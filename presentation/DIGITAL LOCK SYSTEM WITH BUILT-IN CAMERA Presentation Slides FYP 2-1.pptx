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4"/>
  </p:notesMasterIdLst>
  <p:sldIdLst>
    <p:sldId id="272" r:id="rId2"/>
    <p:sldId id="256" r:id="rId3"/>
    <p:sldId id="257" r:id="rId4"/>
    <p:sldId id="270" r:id="rId5"/>
    <p:sldId id="271" r:id="rId6"/>
    <p:sldId id="279" r:id="rId7"/>
    <p:sldId id="285" r:id="rId8"/>
    <p:sldId id="262" r:id="rId9"/>
    <p:sldId id="276" r:id="rId10"/>
    <p:sldId id="263" r:id="rId11"/>
    <p:sldId id="277" r:id="rId12"/>
    <p:sldId id="260" r:id="rId13"/>
    <p:sldId id="261" r:id="rId14"/>
    <p:sldId id="281" r:id="rId15"/>
    <p:sldId id="280" r:id="rId16"/>
    <p:sldId id="264" r:id="rId17"/>
    <p:sldId id="265" r:id="rId18"/>
    <p:sldId id="266" r:id="rId19"/>
    <p:sldId id="267" r:id="rId20"/>
    <p:sldId id="268" r:id="rId21"/>
    <p:sldId id="269" r:id="rId22"/>
    <p:sldId id="282" r:id="rId23"/>
    <p:sldId id="283" r:id="rId24"/>
    <p:sldId id="284" r:id="rId25"/>
    <p:sldId id="289" r:id="rId26"/>
    <p:sldId id="287" r:id="rId27"/>
    <p:sldId id="286" r:id="rId28"/>
    <p:sldId id="288" r:id="rId29"/>
    <p:sldId id="292" r:id="rId30"/>
    <p:sldId id="290" r:id="rId31"/>
    <p:sldId id="291" r:id="rId32"/>
    <p:sldId id="274"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996" y="-1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9D8E71-20B8-44D2-B893-07B418C85E71}" type="doc">
      <dgm:prSet loTypeId="urn:microsoft.com/office/officeart/2005/8/layout/process2" loCatId="process" qsTypeId="urn:microsoft.com/office/officeart/2005/8/quickstyle/3d2" qsCatId="3D" csTypeId="urn:microsoft.com/office/officeart/2005/8/colors/colorful1" csCatId="colorful" phldr="1"/>
      <dgm:spPr/>
    </dgm:pt>
    <dgm:pt modelId="{CB551E0A-2465-4C6F-838C-B3B3EB9F9961}">
      <dgm:prSet phldrT="[Text]"/>
      <dgm:spPr/>
      <dgm:t>
        <a:bodyPr/>
        <a:lstStyle/>
        <a:p>
          <a:r>
            <a:rPr lang="en-GB"/>
            <a:t>Study &amp; History</a:t>
          </a:r>
        </a:p>
      </dgm:t>
    </dgm:pt>
    <dgm:pt modelId="{E99D5ED8-DED2-42D1-9E1A-D357FDC43077}" type="parTrans" cxnId="{E66B34AA-ECA3-421E-A5FC-A848E57FD4A4}">
      <dgm:prSet/>
      <dgm:spPr/>
      <dgm:t>
        <a:bodyPr/>
        <a:lstStyle/>
        <a:p>
          <a:endParaRPr lang="en-GB"/>
        </a:p>
      </dgm:t>
    </dgm:pt>
    <dgm:pt modelId="{1997FC39-211E-47A3-A9F9-C89CE6EC1744}" type="sibTrans" cxnId="{E66B34AA-ECA3-421E-A5FC-A848E57FD4A4}">
      <dgm:prSet/>
      <dgm:spPr/>
      <dgm:t>
        <a:bodyPr/>
        <a:lstStyle/>
        <a:p>
          <a:endParaRPr lang="en-GB"/>
        </a:p>
      </dgm:t>
    </dgm:pt>
    <dgm:pt modelId="{19158FFA-31FF-40A2-8F11-1D3D29545045}">
      <dgm:prSet phldrT="[Text]"/>
      <dgm:spPr/>
      <dgm:t>
        <a:bodyPr/>
        <a:lstStyle/>
        <a:p>
          <a:r>
            <a:rPr lang="en-GB"/>
            <a:t>Role &amp; Strategy</a:t>
          </a:r>
        </a:p>
      </dgm:t>
    </dgm:pt>
    <dgm:pt modelId="{1AE23132-6CAF-4377-A4B1-4711CF116D52}" type="parTrans" cxnId="{F20011F2-218D-435C-BCEF-286F418D7DC0}">
      <dgm:prSet/>
      <dgm:spPr/>
      <dgm:t>
        <a:bodyPr/>
        <a:lstStyle/>
        <a:p>
          <a:endParaRPr lang="en-GB"/>
        </a:p>
      </dgm:t>
    </dgm:pt>
    <dgm:pt modelId="{FA3D4461-4C96-42E7-B68C-1C60A51F7087}" type="sibTrans" cxnId="{F20011F2-218D-435C-BCEF-286F418D7DC0}">
      <dgm:prSet/>
      <dgm:spPr/>
      <dgm:t>
        <a:bodyPr/>
        <a:lstStyle/>
        <a:p>
          <a:endParaRPr lang="en-GB"/>
        </a:p>
      </dgm:t>
    </dgm:pt>
    <dgm:pt modelId="{3F8F8931-AFC2-4BA0-8411-786E65D6EAF4}">
      <dgm:prSet phldrT="[Text]"/>
      <dgm:spPr/>
      <dgm:t>
        <a:bodyPr/>
        <a:lstStyle/>
        <a:p>
          <a:r>
            <a:rPr lang="en-GB"/>
            <a:t>Scheme &amp; Replication</a:t>
          </a:r>
        </a:p>
      </dgm:t>
    </dgm:pt>
    <dgm:pt modelId="{F1CE3571-CEEA-495F-A0B5-4C4242FF2011}" type="parTrans" cxnId="{3F11E0D5-2F92-4867-85B9-69FF44EF8B23}">
      <dgm:prSet/>
      <dgm:spPr/>
      <dgm:t>
        <a:bodyPr/>
        <a:lstStyle/>
        <a:p>
          <a:endParaRPr lang="en-GB"/>
        </a:p>
      </dgm:t>
    </dgm:pt>
    <dgm:pt modelId="{70FE52E9-F862-437D-B5A6-15388C7281F8}" type="sibTrans" cxnId="{3F11E0D5-2F92-4867-85B9-69FF44EF8B23}">
      <dgm:prSet/>
      <dgm:spPr/>
      <dgm:t>
        <a:bodyPr/>
        <a:lstStyle/>
        <a:p>
          <a:endParaRPr lang="en-GB"/>
        </a:p>
      </dgm:t>
    </dgm:pt>
    <dgm:pt modelId="{58857492-D1E3-4C61-A2B9-13AD082588EE}">
      <dgm:prSet phldrT="[Text]"/>
      <dgm:spPr/>
      <dgm:t>
        <a:bodyPr/>
        <a:lstStyle/>
        <a:p>
          <a:r>
            <a:rPr lang="en-GB"/>
            <a:t>Source code &amp; Matlab</a:t>
          </a:r>
        </a:p>
      </dgm:t>
    </dgm:pt>
    <dgm:pt modelId="{D3B739F8-149A-4E97-A93B-A57DE6239465}" type="parTrans" cxnId="{796CC635-47CB-4C48-81A2-CAB6473D4E5D}">
      <dgm:prSet/>
      <dgm:spPr/>
      <dgm:t>
        <a:bodyPr/>
        <a:lstStyle/>
        <a:p>
          <a:endParaRPr lang="en-GB"/>
        </a:p>
      </dgm:t>
    </dgm:pt>
    <dgm:pt modelId="{1983D409-51E5-4B9A-8C08-4A40209BAE42}" type="sibTrans" cxnId="{796CC635-47CB-4C48-81A2-CAB6473D4E5D}">
      <dgm:prSet/>
      <dgm:spPr/>
      <dgm:t>
        <a:bodyPr/>
        <a:lstStyle/>
        <a:p>
          <a:endParaRPr lang="en-GB"/>
        </a:p>
      </dgm:t>
    </dgm:pt>
    <dgm:pt modelId="{765D803A-C7CF-4C67-ACF8-E8D8835F7BFA}">
      <dgm:prSet phldrT="[Text]"/>
      <dgm:spPr/>
      <dgm:t>
        <a:bodyPr/>
        <a:lstStyle/>
        <a:p>
          <a:r>
            <a:rPr lang="en-GB"/>
            <a:t>Progress &amp; Analysis</a:t>
          </a:r>
        </a:p>
      </dgm:t>
    </dgm:pt>
    <dgm:pt modelId="{3DBC39D7-40A3-4C17-BD3A-3422C9C50F35}" type="parTrans" cxnId="{90C9F4E1-D33D-4920-A340-AA51AB1F6A8A}">
      <dgm:prSet/>
      <dgm:spPr/>
      <dgm:t>
        <a:bodyPr/>
        <a:lstStyle/>
        <a:p>
          <a:endParaRPr lang="en-GB"/>
        </a:p>
      </dgm:t>
    </dgm:pt>
    <dgm:pt modelId="{557EA631-9963-4366-B191-C9C8F3147CD6}" type="sibTrans" cxnId="{90C9F4E1-D33D-4920-A340-AA51AB1F6A8A}">
      <dgm:prSet/>
      <dgm:spPr/>
      <dgm:t>
        <a:bodyPr/>
        <a:lstStyle/>
        <a:p>
          <a:endParaRPr lang="en-GB"/>
        </a:p>
      </dgm:t>
    </dgm:pt>
    <dgm:pt modelId="{8E0F937E-A507-48DC-A986-C9F5100F6C20}">
      <dgm:prSet phldrT="[Text]"/>
      <dgm:spPr/>
      <dgm:t>
        <a:bodyPr/>
        <a:lstStyle/>
        <a:p>
          <a:r>
            <a:rPr lang="en-GB"/>
            <a:t>Model</a:t>
          </a:r>
        </a:p>
      </dgm:t>
    </dgm:pt>
    <dgm:pt modelId="{0E901998-EA42-4C8B-8CE6-E052501208B3}" type="parTrans" cxnId="{F87ED5F0-4D45-4674-BD15-416CC41280EC}">
      <dgm:prSet/>
      <dgm:spPr/>
      <dgm:t>
        <a:bodyPr/>
        <a:lstStyle/>
        <a:p>
          <a:endParaRPr lang="en-GB"/>
        </a:p>
      </dgm:t>
    </dgm:pt>
    <dgm:pt modelId="{EAD958F8-243B-41CB-AB0A-8F59EA0E7433}" type="sibTrans" cxnId="{F87ED5F0-4D45-4674-BD15-416CC41280EC}">
      <dgm:prSet/>
      <dgm:spPr/>
      <dgm:t>
        <a:bodyPr/>
        <a:lstStyle/>
        <a:p>
          <a:endParaRPr lang="en-GB"/>
        </a:p>
      </dgm:t>
    </dgm:pt>
    <dgm:pt modelId="{509F0CDD-9AFA-4010-BCFC-0BA3795AD5D6}" type="pres">
      <dgm:prSet presAssocID="{8E9D8E71-20B8-44D2-B893-07B418C85E71}" presName="linearFlow" presStyleCnt="0">
        <dgm:presLayoutVars>
          <dgm:resizeHandles val="exact"/>
        </dgm:presLayoutVars>
      </dgm:prSet>
      <dgm:spPr/>
    </dgm:pt>
    <dgm:pt modelId="{3521CAB1-DFA2-4A6A-A25E-87ADE193003A}" type="pres">
      <dgm:prSet presAssocID="{CB551E0A-2465-4C6F-838C-B3B3EB9F9961}" presName="node" presStyleLbl="node1" presStyleIdx="0" presStyleCnt="6">
        <dgm:presLayoutVars>
          <dgm:bulletEnabled val="1"/>
        </dgm:presLayoutVars>
      </dgm:prSet>
      <dgm:spPr/>
      <dgm:t>
        <a:bodyPr/>
        <a:lstStyle/>
        <a:p>
          <a:endParaRPr lang="en-GB"/>
        </a:p>
      </dgm:t>
    </dgm:pt>
    <dgm:pt modelId="{B3B69CF5-5A4F-42A8-B10D-B879783BC79D}" type="pres">
      <dgm:prSet presAssocID="{1997FC39-211E-47A3-A9F9-C89CE6EC1744}" presName="sibTrans" presStyleLbl="sibTrans2D1" presStyleIdx="0" presStyleCnt="5"/>
      <dgm:spPr/>
      <dgm:t>
        <a:bodyPr/>
        <a:lstStyle/>
        <a:p>
          <a:endParaRPr lang="en-US"/>
        </a:p>
      </dgm:t>
    </dgm:pt>
    <dgm:pt modelId="{2705D27D-6081-4BF8-B9B0-0E5F2A38CB67}" type="pres">
      <dgm:prSet presAssocID="{1997FC39-211E-47A3-A9F9-C89CE6EC1744}" presName="connectorText" presStyleLbl="sibTrans2D1" presStyleIdx="0" presStyleCnt="5"/>
      <dgm:spPr/>
      <dgm:t>
        <a:bodyPr/>
        <a:lstStyle/>
        <a:p>
          <a:endParaRPr lang="en-US"/>
        </a:p>
      </dgm:t>
    </dgm:pt>
    <dgm:pt modelId="{EAD0B955-37E9-4EFB-B84A-741845D1F966}" type="pres">
      <dgm:prSet presAssocID="{19158FFA-31FF-40A2-8F11-1D3D29545045}" presName="node" presStyleLbl="node1" presStyleIdx="1" presStyleCnt="6">
        <dgm:presLayoutVars>
          <dgm:bulletEnabled val="1"/>
        </dgm:presLayoutVars>
      </dgm:prSet>
      <dgm:spPr/>
      <dgm:t>
        <a:bodyPr/>
        <a:lstStyle/>
        <a:p>
          <a:endParaRPr lang="en-GB"/>
        </a:p>
      </dgm:t>
    </dgm:pt>
    <dgm:pt modelId="{D90F60CA-5BD5-4868-829B-DEE648392C4C}" type="pres">
      <dgm:prSet presAssocID="{FA3D4461-4C96-42E7-B68C-1C60A51F7087}" presName="sibTrans" presStyleLbl="sibTrans2D1" presStyleIdx="1" presStyleCnt="5"/>
      <dgm:spPr/>
      <dgm:t>
        <a:bodyPr/>
        <a:lstStyle/>
        <a:p>
          <a:endParaRPr lang="en-US"/>
        </a:p>
      </dgm:t>
    </dgm:pt>
    <dgm:pt modelId="{503656EB-324B-4346-92E1-BCDFC9353CCA}" type="pres">
      <dgm:prSet presAssocID="{FA3D4461-4C96-42E7-B68C-1C60A51F7087}" presName="connectorText" presStyleLbl="sibTrans2D1" presStyleIdx="1" presStyleCnt="5"/>
      <dgm:spPr/>
      <dgm:t>
        <a:bodyPr/>
        <a:lstStyle/>
        <a:p>
          <a:endParaRPr lang="en-US"/>
        </a:p>
      </dgm:t>
    </dgm:pt>
    <dgm:pt modelId="{68627771-234E-463C-9476-40EE8D3555EA}" type="pres">
      <dgm:prSet presAssocID="{3F8F8931-AFC2-4BA0-8411-786E65D6EAF4}" presName="node" presStyleLbl="node1" presStyleIdx="2" presStyleCnt="6">
        <dgm:presLayoutVars>
          <dgm:bulletEnabled val="1"/>
        </dgm:presLayoutVars>
      </dgm:prSet>
      <dgm:spPr/>
      <dgm:t>
        <a:bodyPr/>
        <a:lstStyle/>
        <a:p>
          <a:endParaRPr lang="en-US"/>
        </a:p>
      </dgm:t>
    </dgm:pt>
    <dgm:pt modelId="{9BB81160-0405-44B2-9677-A6E124C0FBD9}" type="pres">
      <dgm:prSet presAssocID="{70FE52E9-F862-437D-B5A6-15388C7281F8}" presName="sibTrans" presStyleLbl="sibTrans2D1" presStyleIdx="2" presStyleCnt="5"/>
      <dgm:spPr/>
      <dgm:t>
        <a:bodyPr/>
        <a:lstStyle/>
        <a:p>
          <a:endParaRPr lang="en-US"/>
        </a:p>
      </dgm:t>
    </dgm:pt>
    <dgm:pt modelId="{2007F06B-6E04-41B1-946E-7850DD812768}" type="pres">
      <dgm:prSet presAssocID="{70FE52E9-F862-437D-B5A6-15388C7281F8}" presName="connectorText" presStyleLbl="sibTrans2D1" presStyleIdx="2" presStyleCnt="5"/>
      <dgm:spPr/>
      <dgm:t>
        <a:bodyPr/>
        <a:lstStyle/>
        <a:p>
          <a:endParaRPr lang="en-US"/>
        </a:p>
      </dgm:t>
    </dgm:pt>
    <dgm:pt modelId="{272AA75F-FBCB-45F8-87BF-5EDF519FEBAC}" type="pres">
      <dgm:prSet presAssocID="{58857492-D1E3-4C61-A2B9-13AD082588EE}" presName="node" presStyleLbl="node1" presStyleIdx="3" presStyleCnt="6">
        <dgm:presLayoutVars>
          <dgm:bulletEnabled val="1"/>
        </dgm:presLayoutVars>
      </dgm:prSet>
      <dgm:spPr/>
      <dgm:t>
        <a:bodyPr/>
        <a:lstStyle/>
        <a:p>
          <a:endParaRPr lang="en-US"/>
        </a:p>
      </dgm:t>
    </dgm:pt>
    <dgm:pt modelId="{EF72F7C4-ACCC-4758-A018-BCD31C366EFB}" type="pres">
      <dgm:prSet presAssocID="{1983D409-51E5-4B9A-8C08-4A40209BAE42}" presName="sibTrans" presStyleLbl="sibTrans2D1" presStyleIdx="3" presStyleCnt="5"/>
      <dgm:spPr/>
      <dgm:t>
        <a:bodyPr/>
        <a:lstStyle/>
        <a:p>
          <a:endParaRPr lang="en-US"/>
        </a:p>
      </dgm:t>
    </dgm:pt>
    <dgm:pt modelId="{8A122826-6FD2-4CBE-B69A-62657D1F59D8}" type="pres">
      <dgm:prSet presAssocID="{1983D409-51E5-4B9A-8C08-4A40209BAE42}" presName="connectorText" presStyleLbl="sibTrans2D1" presStyleIdx="3" presStyleCnt="5"/>
      <dgm:spPr/>
      <dgm:t>
        <a:bodyPr/>
        <a:lstStyle/>
        <a:p>
          <a:endParaRPr lang="en-US"/>
        </a:p>
      </dgm:t>
    </dgm:pt>
    <dgm:pt modelId="{6B9EE685-27B2-461A-9322-9E9F5A44F955}" type="pres">
      <dgm:prSet presAssocID="{765D803A-C7CF-4C67-ACF8-E8D8835F7BFA}" presName="node" presStyleLbl="node1" presStyleIdx="4" presStyleCnt="6">
        <dgm:presLayoutVars>
          <dgm:bulletEnabled val="1"/>
        </dgm:presLayoutVars>
      </dgm:prSet>
      <dgm:spPr/>
      <dgm:t>
        <a:bodyPr/>
        <a:lstStyle/>
        <a:p>
          <a:endParaRPr lang="en-GB"/>
        </a:p>
      </dgm:t>
    </dgm:pt>
    <dgm:pt modelId="{6C26494D-7007-469C-8D6B-4A896E0B185C}" type="pres">
      <dgm:prSet presAssocID="{557EA631-9963-4366-B191-C9C8F3147CD6}" presName="sibTrans" presStyleLbl="sibTrans2D1" presStyleIdx="4" presStyleCnt="5"/>
      <dgm:spPr/>
      <dgm:t>
        <a:bodyPr/>
        <a:lstStyle/>
        <a:p>
          <a:endParaRPr lang="en-US"/>
        </a:p>
      </dgm:t>
    </dgm:pt>
    <dgm:pt modelId="{1E3F1D5D-258B-4E4B-BD6F-E4CE6C8E67B6}" type="pres">
      <dgm:prSet presAssocID="{557EA631-9963-4366-B191-C9C8F3147CD6}" presName="connectorText" presStyleLbl="sibTrans2D1" presStyleIdx="4" presStyleCnt="5"/>
      <dgm:spPr/>
      <dgm:t>
        <a:bodyPr/>
        <a:lstStyle/>
        <a:p>
          <a:endParaRPr lang="en-US"/>
        </a:p>
      </dgm:t>
    </dgm:pt>
    <dgm:pt modelId="{AE3DADA2-79C2-48BF-A730-9126D37970D6}" type="pres">
      <dgm:prSet presAssocID="{8E0F937E-A507-48DC-A986-C9F5100F6C20}" presName="node" presStyleLbl="node1" presStyleIdx="5" presStyleCnt="6">
        <dgm:presLayoutVars>
          <dgm:bulletEnabled val="1"/>
        </dgm:presLayoutVars>
      </dgm:prSet>
      <dgm:spPr/>
      <dgm:t>
        <a:bodyPr/>
        <a:lstStyle/>
        <a:p>
          <a:endParaRPr lang="en-US"/>
        </a:p>
      </dgm:t>
    </dgm:pt>
  </dgm:ptLst>
  <dgm:cxnLst>
    <dgm:cxn modelId="{1699FFD8-2EED-47C3-B61B-682A6F3E0B78}" type="presOf" srcId="{8E0F937E-A507-48DC-A986-C9F5100F6C20}" destId="{AE3DADA2-79C2-48BF-A730-9126D37970D6}" srcOrd="0" destOrd="0" presId="urn:microsoft.com/office/officeart/2005/8/layout/process2"/>
    <dgm:cxn modelId="{F20011F2-218D-435C-BCEF-286F418D7DC0}" srcId="{8E9D8E71-20B8-44D2-B893-07B418C85E71}" destId="{19158FFA-31FF-40A2-8F11-1D3D29545045}" srcOrd="1" destOrd="0" parTransId="{1AE23132-6CAF-4377-A4B1-4711CF116D52}" sibTransId="{FA3D4461-4C96-42E7-B68C-1C60A51F7087}"/>
    <dgm:cxn modelId="{B5C23CE9-7D71-4F3C-84D3-1CF72028CE64}" type="presOf" srcId="{3F8F8931-AFC2-4BA0-8411-786E65D6EAF4}" destId="{68627771-234E-463C-9476-40EE8D3555EA}" srcOrd="0" destOrd="0" presId="urn:microsoft.com/office/officeart/2005/8/layout/process2"/>
    <dgm:cxn modelId="{796CC635-47CB-4C48-81A2-CAB6473D4E5D}" srcId="{8E9D8E71-20B8-44D2-B893-07B418C85E71}" destId="{58857492-D1E3-4C61-A2B9-13AD082588EE}" srcOrd="3" destOrd="0" parTransId="{D3B739F8-149A-4E97-A93B-A57DE6239465}" sibTransId="{1983D409-51E5-4B9A-8C08-4A40209BAE42}"/>
    <dgm:cxn modelId="{22F9C8AA-7CCC-44B3-9400-8FF8CBC9C833}" type="presOf" srcId="{19158FFA-31FF-40A2-8F11-1D3D29545045}" destId="{EAD0B955-37E9-4EFB-B84A-741845D1F966}" srcOrd="0" destOrd="0" presId="urn:microsoft.com/office/officeart/2005/8/layout/process2"/>
    <dgm:cxn modelId="{1CCED02C-AD1A-4666-9571-80748148134F}" type="presOf" srcId="{FA3D4461-4C96-42E7-B68C-1C60A51F7087}" destId="{503656EB-324B-4346-92E1-BCDFC9353CCA}" srcOrd="1" destOrd="0" presId="urn:microsoft.com/office/officeart/2005/8/layout/process2"/>
    <dgm:cxn modelId="{90C9F4E1-D33D-4920-A340-AA51AB1F6A8A}" srcId="{8E9D8E71-20B8-44D2-B893-07B418C85E71}" destId="{765D803A-C7CF-4C67-ACF8-E8D8835F7BFA}" srcOrd="4" destOrd="0" parTransId="{3DBC39D7-40A3-4C17-BD3A-3422C9C50F35}" sibTransId="{557EA631-9963-4366-B191-C9C8F3147CD6}"/>
    <dgm:cxn modelId="{E66B34AA-ECA3-421E-A5FC-A848E57FD4A4}" srcId="{8E9D8E71-20B8-44D2-B893-07B418C85E71}" destId="{CB551E0A-2465-4C6F-838C-B3B3EB9F9961}" srcOrd="0" destOrd="0" parTransId="{E99D5ED8-DED2-42D1-9E1A-D357FDC43077}" sibTransId="{1997FC39-211E-47A3-A9F9-C89CE6EC1744}"/>
    <dgm:cxn modelId="{763AF549-9662-463B-8C2D-DB8D412B8862}" type="presOf" srcId="{1997FC39-211E-47A3-A9F9-C89CE6EC1744}" destId="{2705D27D-6081-4BF8-B9B0-0E5F2A38CB67}" srcOrd="1" destOrd="0" presId="urn:microsoft.com/office/officeart/2005/8/layout/process2"/>
    <dgm:cxn modelId="{3F11E0D5-2F92-4867-85B9-69FF44EF8B23}" srcId="{8E9D8E71-20B8-44D2-B893-07B418C85E71}" destId="{3F8F8931-AFC2-4BA0-8411-786E65D6EAF4}" srcOrd="2" destOrd="0" parTransId="{F1CE3571-CEEA-495F-A0B5-4C4242FF2011}" sibTransId="{70FE52E9-F862-437D-B5A6-15388C7281F8}"/>
    <dgm:cxn modelId="{41021851-662F-45ED-939D-7278D5F53394}" type="presOf" srcId="{8E9D8E71-20B8-44D2-B893-07B418C85E71}" destId="{509F0CDD-9AFA-4010-BCFC-0BA3795AD5D6}" srcOrd="0" destOrd="0" presId="urn:microsoft.com/office/officeart/2005/8/layout/process2"/>
    <dgm:cxn modelId="{C1DE69C6-00BD-4D3D-8ADA-900B6C305A8D}" type="presOf" srcId="{58857492-D1E3-4C61-A2B9-13AD082588EE}" destId="{272AA75F-FBCB-45F8-87BF-5EDF519FEBAC}" srcOrd="0" destOrd="0" presId="urn:microsoft.com/office/officeart/2005/8/layout/process2"/>
    <dgm:cxn modelId="{C25994A7-9B56-4460-A38A-0D7B1160CCFC}" type="presOf" srcId="{FA3D4461-4C96-42E7-B68C-1C60A51F7087}" destId="{D90F60CA-5BD5-4868-829B-DEE648392C4C}" srcOrd="0" destOrd="0" presId="urn:microsoft.com/office/officeart/2005/8/layout/process2"/>
    <dgm:cxn modelId="{B69EEED0-87E0-4050-8633-0076D5835DF8}" type="presOf" srcId="{CB551E0A-2465-4C6F-838C-B3B3EB9F9961}" destId="{3521CAB1-DFA2-4A6A-A25E-87ADE193003A}" srcOrd="0" destOrd="0" presId="urn:microsoft.com/office/officeart/2005/8/layout/process2"/>
    <dgm:cxn modelId="{23699A27-CF3D-4D81-A094-C7D7D3FD0B39}" type="presOf" srcId="{1983D409-51E5-4B9A-8C08-4A40209BAE42}" destId="{EF72F7C4-ACCC-4758-A018-BCD31C366EFB}" srcOrd="0" destOrd="0" presId="urn:microsoft.com/office/officeart/2005/8/layout/process2"/>
    <dgm:cxn modelId="{2E745E6F-7374-481C-BC25-9EE65B9C08D0}" type="presOf" srcId="{1997FC39-211E-47A3-A9F9-C89CE6EC1744}" destId="{B3B69CF5-5A4F-42A8-B10D-B879783BC79D}" srcOrd="0" destOrd="0" presId="urn:microsoft.com/office/officeart/2005/8/layout/process2"/>
    <dgm:cxn modelId="{25FA5111-3CA5-4EF5-8FF2-3BFFEF7C8114}" type="presOf" srcId="{1983D409-51E5-4B9A-8C08-4A40209BAE42}" destId="{8A122826-6FD2-4CBE-B69A-62657D1F59D8}" srcOrd="1" destOrd="0" presId="urn:microsoft.com/office/officeart/2005/8/layout/process2"/>
    <dgm:cxn modelId="{F87ED5F0-4D45-4674-BD15-416CC41280EC}" srcId="{8E9D8E71-20B8-44D2-B893-07B418C85E71}" destId="{8E0F937E-A507-48DC-A986-C9F5100F6C20}" srcOrd="5" destOrd="0" parTransId="{0E901998-EA42-4C8B-8CE6-E052501208B3}" sibTransId="{EAD958F8-243B-41CB-AB0A-8F59EA0E7433}"/>
    <dgm:cxn modelId="{D3D1D2E2-ADEE-4A3D-A806-B9BFEFAA3D79}" type="presOf" srcId="{557EA631-9963-4366-B191-C9C8F3147CD6}" destId="{6C26494D-7007-469C-8D6B-4A896E0B185C}" srcOrd="0" destOrd="0" presId="urn:microsoft.com/office/officeart/2005/8/layout/process2"/>
    <dgm:cxn modelId="{0117E1C0-BEDF-4A18-83E8-3D6DB410AC20}" type="presOf" srcId="{765D803A-C7CF-4C67-ACF8-E8D8835F7BFA}" destId="{6B9EE685-27B2-461A-9322-9E9F5A44F955}" srcOrd="0" destOrd="0" presId="urn:microsoft.com/office/officeart/2005/8/layout/process2"/>
    <dgm:cxn modelId="{8B613201-DF34-4A47-877D-219D1B0CCE42}" type="presOf" srcId="{557EA631-9963-4366-B191-C9C8F3147CD6}" destId="{1E3F1D5D-258B-4E4B-BD6F-E4CE6C8E67B6}" srcOrd="1" destOrd="0" presId="urn:microsoft.com/office/officeart/2005/8/layout/process2"/>
    <dgm:cxn modelId="{55AF033C-ABD4-459F-AD43-B908E4407742}" type="presOf" srcId="{70FE52E9-F862-437D-B5A6-15388C7281F8}" destId="{2007F06B-6E04-41B1-946E-7850DD812768}" srcOrd="1" destOrd="0" presId="urn:microsoft.com/office/officeart/2005/8/layout/process2"/>
    <dgm:cxn modelId="{D4C49F16-CE55-461B-809A-73E0CF0FDEFB}" type="presOf" srcId="{70FE52E9-F862-437D-B5A6-15388C7281F8}" destId="{9BB81160-0405-44B2-9677-A6E124C0FBD9}" srcOrd="0" destOrd="0" presId="urn:microsoft.com/office/officeart/2005/8/layout/process2"/>
    <dgm:cxn modelId="{3A9F486B-7D82-405C-9EF4-AEF1EDDB88C7}" type="presParOf" srcId="{509F0CDD-9AFA-4010-BCFC-0BA3795AD5D6}" destId="{3521CAB1-DFA2-4A6A-A25E-87ADE193003A}" srcOrd="0" destOrd="0" presId="urn:microsoft.com/office/officeart/2005/8/layout/process2"/>
    <dgm:cxn modelId="{E43EF7FD-A974-4C02-9E2E-C22377A848DA}" type="presParOf" srcId="{509F0CDD-9AFA-4010-BCFC-0BA3795AD5D6}" destId="{B3B69CF5-5A4F-42A8-B10D-B879783BC79D}" srcOrd="1" destOrd="0" presId="urn:microsoft.com/office/officeart/2005/8/layout/process2"/>
    <dgm:cxn modelId="{0FF7E110-248F-45EA-BDE0-FDDEC7F30F4F}" type="presParOf" srcId="{B3B69CF5-5A4F-42A8-B10D-B879783BC79D}" destId="{2705D27D-6081-4BF8-B9B0-0E5F2A38CB67}" srcOrd="0" destOrd="0" presId="urn:microsoft.com/office/officeart/2005/8/layout/process2"/>
    <dgm:cxn modelId="{0701FBE4-15E6-4D12-A2E0-8043235BE40C}" type="presParOf" srcId="{509F0CDD-9AFA-4010-BCFC-0BA3795AD5D6}" destId="{EAD0B955-37E9-4EFB-B84A-741845D1F966}" srcOrd="2" destOrd="0" presId="urn:microsoft.com/office/officeart/2005/8/layout/process2"/>
    <dgm:cxn modelId="{7C4A92B7-DF36-4CB1-B2CA-3DDB3A1F3C10}" type="presParOf" srcId="{509F0CDD-9AFA-4010-BCFC-0BA3795AD5D6}" destId="{D90F60CA-5BD5-4868-829B-DEE648392C4C}" srcOrd="3" destOrd="0" presId="urn:microsoft.com/office/officeart/2005/8/layout/process2"/>
    <dgm:cxn modelId="{D611566F-D8A7-4300-9E65-6D11BC4A5C27}" type="presParOf" srcId="{D90F60CA-5BD5-4868-829B-DEE648392C4C}" destId="{503656EB-324B-4346-92E1-BCDFC9353CCA}" srcOrd="0" destOrd="0" presId="urn:microsoft.com/office/officeart/2005/8/layout/process2"/>
    <dgm:cxn modelId="{83B4BAF3-27CF-4C4E-95E9-EEF23B4F6692}" type="presParOf" srcId="{509F0CDD-9AFA-4010-BCFC-0BA3795AD5D6}" destId="{68627771-234E-463C-9476-40EE8D3555EA}" srcOrd="4" destOrd="0" presId="urn:microsoft.com/office/officeart/2005/8/layout/process2"/>
    <dgm:cxn modelId="{6DD050D9-64C9-4170-A89F-8A925001CFE6}" type="presParOf" srcId="{509F0CDD-9AFA-4010-BCFC-0BA3795AD5D6}" destId="{9BB81160-0405-44B2-9677-A6E124C0FBD9}" srcOrd="5" destOrd="0" presId="urn:microsoft.com/office/officeart/2005/8/layout/process2"/>
    <dgm:cxn modelId="{3E64DB49-1BBB-4BCA-8938-5FBB9D60C8DA}" type="presParOf" srcId="{9BB81160-0405-44B2-9677-A6E124C0FBD9}" destId="{2007F06B-6E04-41B1-946E-7850DD812768}" srcOrd="0" destOrd="0" presId="urn:microsoft.com/office/officeart/2005/8/layout/process2"/>
    <dgm:cxn modelId="{C357F021-85FE-4152-BFB0-6D2BE222E035}" type="presParOf" srcId="{509F0CDD-9AFA-4010-BCFC-0BA3795AD5D6}" destId="{272AA75F-FBCB-45F8-87BF-5EDF519FEBAC}" srcOrd="6" destOrd="0" presId="urn:microsoft.com/office/officeart/2005/8/layout/process2"/>
    <dgm:cxn modelId="{E835E3BF-3388-47B5-B3A8-FA40F7F63987}" type="presParOf" srcId="{509F0CDD-9AFA-4010-BCFC-0BA3795AD5D6}" destId="{EF72F7C4-ACCC-4758-A018-BCD31C366EFB}" srcOrd="7" destOrd="0" presId="urn:microsoft.com/office/officeart/2005/8/layout/process2"/>
    <dgm:cxn modelId="{2F7B1C53-9317-43B1-A27E-A1D5BB5FC596}" type="presParOf" srcId="{EF72F7C4-ACCC-4758-A018-BCD31C366EFB}" destId="{8A122826-6FD2-4CBE-B69A-62657D1F59D8}" srcOrd="0" destOrd="0" presId="urn:microsoft.com/office/officeart/2005/8/layout/process2"/>
    <dgm:cxn modelId="{0B281A1C-8965-4D5B-B5C3-17D4C3215CA7}" type="presParOf" srcId="{509F0CDD-9AFA-4010-BCFC-0BA3795AD5D6}" destId="{6B9EE685-27B2-461A-9322-9E9F5A44F955}" srcOrd="8" destOrd="0" presId="urn:microsoft.com/office/officeart/2005/8/layout/process2"/>
    <dgm:cxn modelId="{F385E13C-8784-4097-A970-091F48C0FAD0}" type="presParOf" srcId="{509F0CDD-9AFA-4010-BCFC-0BA3795AD5D6}" destId="{6C26494D-7007-469C-8D6B-4A896E0B185C}" srcOrd="9" destOrd="0" presId="urn:microsoft.com/office/officeart/2005/8/layout/process2"/>
    <dgm:cxn modelId="{10D168B7-E756-489B-B447-E1AC8452C9F6}" type="presParOf" srcId="{6C26494D-7007-469C-8D6B-4A896E0B185C}" destId="{1E3F1D5D-258B-4E4B-BD6F-E4CE6C8E67B6}" srcOrd="0" destOrd="0" presId="urn:microsoft.com/office/officeart/2005/8/layout/process2"/>
    <dgm:cxn modelId="{EA27F6CD-E25F-4709-8630-7BEB936CBDB5}" type="presParOf" srcId="{509F0CDD-9AFA-4010-BCFC-0BA3795AD5D6}" destId="{AE3DADA2-79C2-48BF-A730-9126D37970D6}" srcOrd="10"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EEBBD9-F4E5-4B7F-8853-56CE662A4727}"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US"/>
        </a:p>
      </dgm:t>
    </dgm:pt>
    <dgm:pt modelId="{1F7DDC3B-9952-492F-BE75-C98050CE6BDE}">
      <dgm:prSet phldrT="[Text]"/>
      <dgm:spPr/>
      <dgm:t>
        <a:bodyPr/>
        <a:lstStyle/>
        <a:p>
          <a:r>
            <a:rPr lang="en-US"/>
            <a:t>Start</a:t>
          </a:r>
        </a:p>
      </dgm:t>
    </dgm:pt>
    <dgm:pt modelId="{A1BDC23B-3218-4CB0-AADD-41F4DE5C5B44}" type="parTrans" cxnId="{BB77E987-51AE-4792-9A6F-AD23ED574739}">
      <dgm:prSet/>
      <dgm:spPr/>
      <dgm:t>
        <a:bodyPr/>
        <a:lstStyle/>
        <a:p>
          <a:endParaRPr lang="en-US"/>
        </a:p>
      </dgm:t>
    </dgm:pt>
    <dgm:pt modelId="{2606F021-B4A8-4861-A0A1-ED3C481DD33D}" type="sibTrans" cxnId="{BB77E987-51AE-4792-9A6F-AD23ED574739}">
      <dgm:prSet/>
      <dgm:spPr/>
      <dgm:t>
        <a:bodyPr/>
        <a:lstStyle/>
        <a:p>
          <a:endParaRPr lang="en-US"/>
        </a:p>
      </dgm:t>
    </dgm:pt>
    <dgm:pt modelId="{D30E57C5-16A8-49AE-8998-5F9FF1697020}">
      <dgm:prSet phldrT="[Text]"/>
      <dgm:spPr/>
      <dgm:t>
        <a:bodyPr/>
        <a:lstStyle/>
        <a:p>
          <a:r>
            <a:rPr lang="en-US"/>
            <a:t>Input Image</a:t>
          </a:r>
        </a:p>
      </dgm:t>
    </dgm:pt>
    <dgm:pt modelId="{E831D722-8ECD-4D77-84F2-C8DDE925583E}" type="parTrans" cxnId="{B110F385-4959-41B3-810C-E29FD1623A1F}">
      <dgm:prSet/>
      <dgm:spPr/>
      <dgm:t>
        <a:bodyPr/>
        <a:lstStyle/>
        <a:p>
          <a:endParaRPr lang="en-US"/>
        </a:p>
      </dgm:t>
    </dgm:pt>
    <dgm:pt modelId="{5F2E0BF9-58BD-44B5-B3AD-9F2E4AEA0493}" type="sibTrans" cxnId="{B110F385-4959-41B3-810C-E29FD1623A1F}">
      <dgm:prSet/>
      <dgm:spPr/>
      <dgm:t>
        <a:bodyPr/>
        <a:lstStyle/>
        <a:p>
          <a:endParaRPr lang="en-US"/>
        </a:p>
      </dgm:t>
    </dgm:pt>
    <dgm:pt modelId="{2F2DFF0E-D95C-4D22-8A48-B101AE6F6F96}">
      <dgm:prSet phldrT="[Text]"/>
      <dgm:spPr/>
      <dgm:t>
        <a:bodyPr/>
        <a:lstStyle/>
        <a:p>
          <a:r>
            <a:rPr lang="en-US"/>
            <a:t>Image Match</a:t>
          </a:r>
        </a:p>
      </dgm:t>
    </dgm:pt>
    <dgm:pt modelId="{C2EE380E-68B4-4FD0-A3E6-A63DAEFB9CB6}" type="parTrans" cxnId="{29B2DBD9-FA62-4592-B273-E5DD557E9175}">
      <dgm:prSet/>
      <dgm:spPr/>
      <dgm:t>
        <a:bodyPr/>
        <a:lstStyle/>
        <a:p>
          <a:endParaRPr lang="en-US"/>
        </a:p>
      </dgm:t>
    </dgm:pt>
    <dgm:pt modelId="{33E494F8-6E5A-45D6-A90B-70E6B79FC1D9}" type="sibTrans" cxnId="{29B2DBD9-FA62-4592-B273-E5DD557E9175}">
      <dgm:prSet/>
      <dgm:spPr/>
      <dgm:t>
        <a:bodyPr/>
        <a:lstStyle/>
        <a:p>
          <a:endParaRPr lang="en-US"/>
        </a:p>
      </dgm:t>
    </dgm:pt>
    <dgm:pt modelId="{76708C08-FC43-400C-AA39-E5B978D9DAE4}">
      <dgm:prSet phldrT="[Text]"/>
      <dgm:spPr/>
      <dgm:t>
        <a:bodyPr/>
        <a:lstStyle/>
        <a:p>
          <a:r>
            <a:rPr lang="en-US"/>
            <a:t>Input Password</a:t>
          </a:r>
        </a:p>
      </dgm:t>
    </dgm:pt>
    <dgm:pt modelId="{04EA5103-ECAB-41C3-9C3A-C11A1D6EC6CE}" type="parTrans" cxnId="{0619A1CF-B676-4206-B789-4DC1351C84E5}">
      <dgm:prSet/>
      <dgm:spPr/>
      <dgm:t>
        <a:bodyPr/>
        <a:lstStyle/>
        <a:p>
          <a:endParaRPr lang="en-US"/>
        </a:p>
      </dgm:t>
    </dgm:pt>
    <dgm:pt modelId="{7D128482-19FA-4B70-B2D1-D24261203F66}" type="sibTrans" cxnId="{0619A1CF-B676-4206-B789-4DC1351C84E5}">
      <dgm:prSet/>
      <dgm:spPr/>
      <dgm:t>
        <a:bodyPr/>
        <a:lstStyle/>
        <a:p>
          <a:endParaRPr lang="en-US"/>
        </a:p>
      </dgm:t>
    </dgm:pt>
    <dgm:pt modelId="{F41CF279-F8CA-4187-ABA8-FC9ED3F85C40}">
      <dgm:prSet phldrT="[Text]"/>
      <dgm:spPr/>
      <dgm:t>
        <a:bodyPr/>
        <a:lstStyle/>
        <a:p>
          <a:r>
            <a:rPr lang="en-US"/>
            <a:t>Individual Identity Confirmed</a:t>
          </a:r>
        </a:p>
      </dgm:t>
    </dgm:pt>
    <dgm:pt modelId="{323F9318-7AD2-48B9-B86B-36F64B4A1F3E}" type="parTrans" cxnId="{B85FC365-E232-4273-956B-5F0446350591}">
      <dgm:prSet/>
      <dgm:spPr/>
      <dgm:t>
        <a:bodyPr/>
        <a:lstStyle/>
        <a:p>
          <a:endParaRPr lang="en-US"/>
        </a:p>
      </dgm:t>
    </dgm:pt>
    <dgm:pt modelId="{EA9FC4E8-5D03-4E75-AFE5-DABC86D3A0EE}" type="sibTrans" cxnId="{B85FC365-E232-4273-956B-5F0446350591}">
      <dgm:prSet/>
      <dgm:spPr/>
      <dgm:t>
        <a:bodyPr/>
        <a:lstStyle/>
        <a:p>
          <a:endParaRPr lang="en-US"/>
        </a:p>
      </dgm:t>
    </dgm:pt>
    <dgm:pt modelId="{72A5A550-9BAF-4298-9B0E-63CAB9BA9DB4}">
      <dgm:prSet phldrT="[Text]"/>
      <dgm:spPr/>
      <dgm:t>
        <a:bodyPr/>
        <a:lstStyle/>
        <a:p>
          <a:r>
            <a:rPr lang="en-US"/>
            <a:t>Lock Unlocked</a:t>
          </a:r>
        </a:p>
      </dgm:t>
    </dgm:pt>
    <dgm:pt modelId="{FD3F6AE3-4F21-4733-A70D-5FACB005E446}" type="parTrans" cxnId="{F1C94A46-FCE6-4190-AC36-80F9763CBCF5}">
      <dgm:prSet/>
      <dgm:spPr/>
      <dgm:t>
        <a:bodyPr/>
        <a:lstStyle/>
        <a:p>
          <a:endParaRPr lang="en-US"/>
        </a:p>
      </dgm:t>
    </dgm:pt>
    <dgm:pt modelId="{4661388C-9967-4882-997A-0C9E85898F83}" type="sibTrans" cxnId="{F1C94A46-FCE6-4190-AC36-80F9763CBCF5}">
      <dgm:prSet/>
      <dgm:spPr/>
      <dgm:t>
        <a:bodyPr/>
        <a:lstStyle/>
        <a:p>
          <a:endParaRPr lang="en-US"/>
        </a:p>
      </dgm:t>
    </dgm:pt>
    <dgm:pt modelId="{595604E1-0AD5-448B-8265-3BB14FE4191A}" type="pres">
      <dgm:prSet presAssocID="{8BEEBBD9-F4E5-4B7F-8853-56CE662A4727}" presName="cycle" presStyleCnt="0">
        <dgm:presLayoutVars>
          <dgm:dir/>
          <dgm:resizeHandles val="exact"/>
        </dgm:presLayoutVars>
      </dgm:prSet>
      <dgm:spPr/>
      <dgm:t>
        <a:bodyPr/>
        <a:lstStyle/>
        <a:p>
          <a:endParaRPr lang="en-US"/>
        </a:p>
      </dgm:t>
    </dgm:pt>
    <dgm:pt modelId="{3B9F3E3E-69E6-40AE-8D1B-73B2EEAE7EAF}" type="pres">
      <dgm:prSet presAssocID="{1F7DDC3B-9952-492F-BE75-C98050CE6BDE}" presName="node" presStyleLbl="node1" presStyleIdx="0" presStyleCnt="6">
        <dgm:presLayoutVars>
          <dgm:bulletEnabled val="1"/>
        </dgm:presLayoutVars>
      </dgm:prSet>
      <dgm:spPr/>
      <dgm:t>
        <a:bodyPr/>
        <a:lstStyle/>
        <a:p>
          <a:endParaRPr lang="en-US"/>
        </a:p>
      </dgm:t>
    </dgm:pt>
    <dgm:pt modelId="{C1429515-0033-4D6C-BCE5-873EDEB32D2D}" type="pres">
      <dgm:prSet presAssocID="{1F7DDC3B-9952-492F-BE75-C98050CE6BDE}" presName="spNode" presStyleCnt="0"/>
      <dgm:spPr/>
    </dgm:pt>
    <dgm:pt modelId="{260B8E59-AD37-4562-8DA5-1D21CB0A8F2A}" type="pres">
      <dgm:prSet presAssocID="{2606F021-B4A8-4861-A0A1-ED3C481DD33D}" presName="sibTrans" presStyleLbl="sibTrans1D1" presStyleIdx="0" presStyleCnt="6"/>
      <dgm:spPr/>
      <dgm:t>
        <a:bodyPr/>
        <a:lstStyle/>
        <a:p>
          <a:endParaRPr lang="en-US"/>
        </a:p>
      </dgm:t>
    </dgm:pt>
    <dgm:pt modelId="{C9D452AA-4993-4992-9780-C175C6C40430}" type="pres">
      <dgm:prSet presAssocID="{D30E57C5-16A8-49AE-8998-5F9FF1697020}" presName="node" presStyleLbl="node1" presStyleIdx="1" presStyleCnt="6">
        <dgm:presLayoutVars>
          <dgm:bulletEnabled val="1"/>
        </dgm:presLayoutVars>
      </dgm:prSet>
      <dgm:spPr/>
      <dgm:t>
        <a:bodyPr/>
        <a:lstStyle/>
        <a:p>
          <a:endParaRPr lang="en-US"/>
        </a:p>
      </dgm:t>
    </dgm:pt>
    <dgm:pt modelId="{CB6B5FB7-B23D-4F8B-BF0C-ECCD468FBC87}" type="pres">
      <dgm:prSet presAssocID="{D30E57C5-16A8-49AE-8998-5F9FF1697020}" presName="spNode" presStyleCnt="0"/>
      <dgm:spPr/>
    </dgm:pt>
    <dgm:pt modelId="{5507EBDD-2CED-48A6-8252-C881AEAD49F4}" type="pres">
      <dgm:prSet presAssocID="{5F2E0BF9-58BD-44B5-B3AD-9F2E4AEA0493}" presName="sibTrans" presStyleLbl="sibTrans1D1" presStyleIdx="1" presStyleCnt="6"/>
      <dgm:spPr/>
      <dgm:t>
        <a:bodyPr/>
        <a:lstStyle/>
        <a:p>
          <a:endParaRPr lang="en-US"/>
        </a:p>
      </dgm:t>
    </dgm:pt>
    <dgm:pt modelId="{DBA004C1-113E-46BA-98BF-67BD8A028838}" type="pres">
      <dgm:prSet presAssocID="{2F2DFF0E-D95C-4D22-8A48-B101AE6F6F96}" presName="node" presStyleLbl="node1" presStyleIdx="2" presStyleCnt="6">
        <dgm:presLayoutVars>
          <dgm:bulletEnabled val="1"/>
        </dgm:presLayoutVars>
      </dgm:prSet>
      <dgm:spPr/>
      <dgm:t>
        <a:bodyPr/>
        <a:lstStyle/>
        <a:p>
          <a:endParaRPr lang="en-US"/>
        </a:p>
      </dgm:t>
    </dgm:pt>
    <dgm:pt modelId="{A3AA2343-933B-4A11-91D4-8F28F52D77B5}" type="pres">
      <dgm:prSet presAssocID="{2F2DFF0E-D95C-4D22-8A48-B101AE6F6F96}" presName="spNode" presStyleCnt="0"/>
      <dgm:spPr/>
    </dgm:pt>
    <dgm:pt modelId="{72286A83-9BB9-4688-824E-DFA3B4A03466}" type="pres">
      <dgm:prSet presAssocID="{33E494F8-6E5A-45D6-A90B-70E6B79FC1D9}" presName="sibTrans" presStyleLbl="sibTrans1D1" presStyleIdx="2" presStyleCnt="6"/>
      <dgm:spPr/>
      <dgm:t>
        <a:bodyPr/>
        <a:lstStyle/>
        <a:p>
          <a:endParaRPr lang="en-US"/>
        </a:p>
      </dgm:t>
    </dgm:pt>
    <dgm:pt modelId="{6EC5985B-4B7E-4AFB-A679-CE29B7394DD0}" type="pres">
      <dgm:prSet presAssocID="{76708C08-FC43-400C-AA39-E5B978D9DAE4}" presName="node" presStyleLbl="node1" presStyleIdx="3" presStyleCnt="6">
        <dgm:presLayoutVars>
          <dgm:bulletEnabled val="1"/>
        </dgm:presLayoutVars>
      </dgm:prSet>
      <dgm:spPr/>
      <dgm:t>
        <a:bodyPr/>
        <a:lstStyle/>
        <a:p>
          <a:endParaRPr lang="en-US"/>
        </a:p>
      </dgm:t>
    </dgm:pt>
    <dgm:pt modelId="{D331F480-F2E3-4598-82DD-70C9FF7061AF}" type="pres">
      <dgm:prSet presAssocID="{76708C08-FC43-400C-AA39-E5B978D9DAE4}" presName="spNode" presStyleCnt="0"/>
      <dgm:spPr/>
    </dgm:pt>
    <dgm:pt modelId="{DE470CF5-EEFF-4A69-8182-4D327479B7DB}" type="pres">
      <dgm:prSet presAssocID="{7D128482-19FA-4B70-B2D1-D24261203F66}" presName="sibTrans" presStyleLbl="sibTrans1D1" presStyleIdx="3" presStyleCnt="6"/>
      <dgm:spPr/>
      <dgm:t>
        <a:bodyPr/>
        <a:lstStyle/>
        <a:p>
          <a:endParaRPr lang="en-US"/>
        </a:p>
      </dgm:t>
    </dgm:pt>
    <dgm:pt modelId="{39F08E27-E261-421C-8E5E-1082B86A8D9C}" type="pres">
      <dgm:prSet presAssocID="{F41CF279-F8CA-4187-ABA8-FC9ED3F85C40}" presName="node" presStyleLbl="node1" presStyleIdx="4" presStyleCnt="6">
        <dgm:presLayoutVars>
          <dgm:bulletEnabled val="1"/>
        </dgm:presLayoutVars>
      </dgm:prSet>
      <dgm:spPr/>
      <dgm:t>
        <a:bodyPr/>
        <a:lstStyle/>
        <a:p>
          <a:endParaRPr lang="en-US"/>
        </a:p>
      </dgm:t>
    </dgm:pt>
    <dgm:pt modelId="{C9720731-83DC-4BF3-BE30-0172E8A5EA3B}" type="pres">
      <dgm:prSet presAssocID="{F41CF279-F8CA-4187-ABA8-FC9ED3F85C40}" presName="spNode" presStyleCnt="0"/>
      <dgm:spPr/>
    </dgm:pt>
    <dgm:pt modelId="{D228B7EB-C80E-4EEC-BA0C-10B591FFC4E3}" type="pres">
      <dgm:prSet presAssocID="{EA9FC4E8-5D03-4E75-AFE5-DABC86D3A0EE}" presName="sibTrans" presStyleLbl="sibTrans1D1" presStyleIdx="4" presStyleCnt="6"/>
      <dgm:spPr/>
      <dgm:t>
        <a:bodyPr/>
        <a:lstStyle/>
        <a:p>
          <a:endParaRPr lang="en-US"/>
        </a:p>
      </dgm:t>
    </dgm:pt>
    <dgm:pt modelId="{451B3D52-C6A2-43A7-A904-514557D29B2D}" type="pres">
      <dgm:prSet presAssocID="{72A5A550-9BAF-4298-9B0E-63CAB9BA9DB4}" presName="node" presStyleLbl="node1" presStyleIdx="5" presStyleCnt="6">
        <dgm:presLayoutVars>
          <dgm:bulletEnabled val="1"/>
        </dgm:presLayoutVars>
      </dgm:prSet>
      <dgm:spPr/>
      <dgm:t>
        <a:bodyPr/>
        <a:lstStyle/>
        <a:p>
          <a:endParaRPr lang="en-US"/>
        </a:p>
      </dgm:t>
    </dgm:pt>
    <dgm:pt modelId="{66B7D657-C65A-4DA7-89F7-DCBAD965C35D}" type="pres">
      <dgm:prSet presAssocID="{72A5A550-9BAF-4298-9B0E-63CAB9BA9DB4}" presName="spNode" presStyleCnt="0"/>
      <dgm:spPr/>
    </dgm:pt>
    <dgm:pt modelId="{E848CF79-2FED-49A6-AAFD-C9571E42E0A4}" type="pres">
      <dgm:prSet presAssocID="{4661388C-9967-4882-997A-0C9E85898F83}" presName="sibTrans" presStyleLbl="sibTrans1D1" presStyleIdx="5" presStyleCnt="6"/>
      <dgm:spPr/>
      <dgm:t>
        <a:bodyPr/>
        <a:lstStyle/>
        <a:p>
          <a:endParaRPr lang="en-US"/>
        </a:p>
      </dgm:t>
    </dgm:pt>
  </dgm:ptLst>
  <dgm:cxnLst>
    <dgm:cxn modelId="{369E7955-7EB7-4634-AA2A-FAC6663DD675}" type="presOf" srcId="{D30E57C5-16A8-49AE-8998-5F9FF1697020}" destId="{C9D452AA-4993-4992-9780-C175C6C40430}" srcOrd="0" destOrd="0" presId="urn:microsoft.com/office/officeart/2005/8/layout/cycle5"/>
    <dgm:cxn modelId="{BA491C31-F093-4430-8B53-5BF46849A48D}" type="presOf" srcId="{2606F021-B4A8-4861-A0A1-ED3C481DD33D}" destId="{260B8E59-AD37-4562-8DA5-1D21CB0A8F2A}" srcOrd="0" destOrd="0" presId="urn:microsoft.com/office/officeart/2005/8/layout/cycle5"/>
    <dgm:cxn modelId="{F1C94A46-FCE6-4190-AC36-80F9763CBCF5}" srcId="{8BEEBBD9-F4E5-4B7F-8853-56CE662A4727}" destId="{72A5A550-9BAF-4298-9B0E-63CAB9BA9DB4}" srcOrd="5" destOrd="0" parTransId="{FD3F6AE3-4F21-4733-A70D-5FACB005E446}" sibTransId="{4661388C-9967-4882-997A-0C9E85898F83}"/>
    <dgm:cxn modelId="{0DE2F076-1316-46D4-93C6-A9629EBD1E66}" type="presOf" srcId="{8BEEBBD9-F4E5-4B7F-8853-56CE662A4727}" destId="{595604E1-0AD5-448B-8265-3BB14FE4191A}" srcOrd="0" destOrd="0" presId="urn:microsoft.com/office/officeart/2005/8/layout/cycle5"/>
    <dgm:cxn modelId="{61D9F91B-CA6D-48CE-9D76-787E6C6DE5D0}" type="presOf" srcId="{72A5A550-9BAF-4298-9B0E-63CAB9BA9DB4}" destId="{451B3D52-C6A2-43A7-A904-514557D29B2D}" srcOrd="0" destOrd="0" presId="urn:microsoft.com/office/officeart/2005/8/layout/cycle5"/>
    <dgm:cxn modelId="{72E4F7F7-D863-40ED-92C5-480EA00A8951}" type="presOf" srcId="{EA9FC4E8-5D03-4E75-AFE5-DABC86D3A0EE}" destId="{D228B7EB-C80E-4EEC-BA0C-10B591FFC4E3}" srcOrd="0" destOrd="0" presId="urn:microsoft.com/office/officeart/2005/8/layout/cycle5"/>
    <dgm:cxn modelId="{B110F385-4959-41B3-810C-E29FD1623A1F}" srcId="{8BEEBBD9-F4E5-4B7F-8853-56CE662A4727}" destId="{D30E57C5-16A8-49AE-8998-5F9FF1697020}" srcOrd="1" destOrd="0" parTransId="{E831D722-8ECD-4D77-84F2-C8DDE925583E}" sibTransId="{5F2E0BF9-58BD-44B5-B3AD-9F2E4AEA0493}"/>
    <dgm:cxn modelId="{A2278150-F95E-4207-B62D-F1A82CBB99C3}" type="presOf" srcId="{5F2E0BF9-58BD-44B5-B3AD-9F2E4AEA0493}" destId="{5507EBDD-2CED-48A6-8252-C881AEAD49F4}" srcOrd="0" destOrd="0" presId="urn:microsoft.com/office/officeart/2005/8/layout/cycle5"/>
    <dgm:cxn modelId="{0619A1CF-B676-4206-B789-4DC1351C84E5}" srcId="{8BEEBBD9-F4E5-4B7F-8853-56CE662A4727}" destId="{76708C08-FC43-400C-AA39-E5B978D9DAE4}" srcOrd="3" destOrd="0" parTransId="{04EA5103-ECAB-41C3-9C3A-C11A1D6EC6CE}" sibTransId="{7D128482-19FA-4B70-B2D1-D24261203F66}"/>
    <dgm:cxn modelId="{BB77E987-51AE-4792-9A6F-AD23ED574739}" srcId="{8BEEBBD9-F4E5-4B7F-8853-56CE662A4727}" destId="{1F7DDC3B-9952-492F-BE75-C98050CE6BDE}" srcOrd="0" destOrd="0" parTransId="{A1BDC23B-3218-4CB0-AADD-41F4DE5C5B44}" sibTransId="{2606F021-B4A8-4861-A0A1-ED3C481DD33D}"/>
    <dgm:cxn modelId="{D70E2E41-DA5A-4A84-8FDD-4CC51682561C}" type="presOf" srcId="{4661388C-9967-4882-997A-0C9E85898F83}" destId="{E848CF79-2FED-49A6-AAFD-C9571E42E0A4}" srcOrd="0" destOrd="0" presId="urn:microsoft.com/office/officeart/2005/8/layout/cycle5"/>
    <dgm:cxn modelId="{E94F85A7-1B8C-4D90-B5C5-48CF8C0FCE0B}" type="presOf" srcId="{33E494F8-6E5A-45D6-A90B-70E6B79FC1D9}" destId="{72286A83-9BB9-4688-824E-DFA3B4A03466}" srcOrd="0" destOrd="0" presId="urn:microsoft.com/office/officeart/2005/8/layout/cycle5"/>
    <dgm:cxn modelId="{29B2DBD9-FA62-4592-B273-E5DD557E9175}" srcId="{8BEEBBD9-F4E5-4B7F-8853-56CE662A4727}" destId="{2F2DFF0E-D95C-4D22-8A48-B101AE6F6F96}" srcOrd="2" destOrd="0" parTransId="{C2EE380E-68B4-4FD0-A3E6-A63DAEFB9CB6}" sibTransId="{33E494F8-6E5A-45D6-A90B-70E6B79FC1D9}"/>
    <dgm:cxn modelId="{4C4555C1-8A88-4BCD-85FD-6A9AD0184FAA}" type="presOf" srcId="{76708C08-FC43-400C-AA39-E5B978D9DAE4}" destId="{6EC5985B-4B7E-4AFB-A679-CE29B7394DD0}" srcOrd="0" destOrd="0" presId="urn:microsoft.com/office/officeart/2005/8/layout/cycle5"/>
    <dgm:cxn modelId="{ECBDB36C-E288-41EC-90AC-98AAFEB7C139}" type="presOf" srcId="{7D128482-19FA-4B70-B2D1-D24261203F66}" destId="{DE470CF5-EEFF-4A69-8182-4D327479B7DB}" srcOrd="0" destOrd="0" presId="urn:microsoft.com/office/officeart/2005/8/layout/cycle5"/>
    <dgm:cxn modelId="{B85FC365-E232-4273-956B-5F0446350591}" srcId="{8BEEBBD9-F4E5-4B7F-8853-56CE662A4727}" destId="{F41CF279-F8CA-4187-ABA8-FC9ED3F85C40}" srcOrd="4" destOrd="0" parTransId="{323F9318-7AD2-48B9-B86B-36F64B4A1F3E}" sibTransId="{EA9FC4E8-5D03-4E75-AFE5-DABC86D3A0EE}"/>
    <dgm:cxn modelId="{F5797F5B-1142-4C02-83F2-826EF3BAB2CE}" type="presOf" srcId="{2F2DFF0E-D95C-4D22-8A48-B101AE6F6F96}" destId="{DBA004C1-113E-46BA-98BF-67BD8A028838}" srcOrd="0" destOrd="0" presId="urn:microsoft.com/office/officeart/2005/8/layout/cycle5"/>
    <dgm:cxn modelId="{630EEDDA-8A23-4C92-BE17-626A2304497D}" type="presOf" srcId="{1F7DDC3B-9952-492F-BE75-C98050CE6BDE}" destId="{3B9F3E3E-69E6-40AE-8D1B-73B2EEAE7EAF}" srcOrd="0" destOrd="0" presId="urn:microsoft.com/office/officeart/2005/8/layout/cycle5"/>
    <dgm:cxn modelId="{04198E81-A61C-4A86-8D53-9DAB91DBE5AA}" type="presOf" srcId="{F41CF279-F8CA-4187-ABA8-FC9ED3F85C40}" destId="{39F08E27-E261-421C-8E5E-1082B86A8D9C}" srcOrd="0" destOrd="0" presId="urn:microsoft.com/office/officeart/2005/8/layout/cycle5"/>
    <dgm:cxn modelId="{008EB5F4-65E5-4DD0-89E1-82C0384D4723}" type="presParOf" srcId="{595604E1-0AD5-448B-8265-3BB14FE4191A}" destId="{3B9F3E3E-69E6-40AE-8D1B-73B2EEAE7EAF}" srcOrd="0" destOrd="0" presId="urn:microsoft.com/office/officeart/2005/8/layout/cycle5"/>
    <dgm:cxn modelId="{6D603F14-F4CB-4668-8563-5DB0011BE7E5}" type="presParOf" srcId="{595604E1-0AD5-448B-8265-3BB14FE4191A}" destId="{C1429515-0033-4D6C-BCE5-873EDEB32D2D}" srcOrd="1" destOrd="0" presId="urn:microsoft.com/office/officeart/2005/8/layout/cycle5"/>
    <dgm:cxn modelId="{2BC15BE5-1CAE-4E21-9A6F-8611E65AD235}" type="presParOf" srcId="{595604E1-0AD5-448B-8265-3BB14FE4191A}" destId="{260B8E59-AD37-4562-8DA5-1D21CB0A8F2A}" srcOrd="2" destOrd="0" presId="urn:microsoft.com/office/officeart/2005/8/layout/cycle5"/>
    <dgm:cxn modelId="{647C09FC-B6B7-46A5-A4D7-8486104C2A92}" type="presParOf" srcId="{595604E1-0AD5-448B-8265-3BB14FE4191A}" destId="{C9D452AA-4993-4992-9780-C175C6C40430}" srcOrd="3" destOrd="0" presId="urn:microsoft.com/office/officeart/2005/8/layout/cycle5"/>
    <dgm:cxn modelId="{0F6F526B-0E51-49C3-A7AC-134080F1D72D}" type="presParOf" srcId="{595604E1-0AD5-448B-8265-3BB14FE4191A}" destId="{CB6B5FB7-B23D-4F8B-BF0C-ECCD468FBC87}" srcOrd="4" destOrd="0" presId="urn:microsoft.com/office/officeart/2005/8/layout/cycle5"/>
    <dgm:cxn modelId="{6782869E-3D26-4FBE-BEDD-50554E6DB64A}" type="presParOf" srcId="{595604E1-0AD5-448B-8265-3BB14FE4191A}" destId="{5507EBDD-2CED-48A6-8252-C881AEAD49F4}" srcOrd="5" destOrd="0" presId="urn:microsoft.com/office/officeart/2005/8/layout/cycle5"/>
    <dgm:cxn modelId="{17CDDEBD-E9E4-4970-9B7C-F714380B26B2}" type="presParOf" srcId="{595604E1-0AD5-448B-8265-3BB14FE4191A}" destId="{DBA004C1-113E-46BA-98BF-67BD8A028838}" srcOrd="6" destOrd="0" presId="urn:microsoft.com/office/officeart/2005/8/layout/cycle5"/>
    <dgm:cxn modelId="{300F5CFD-FB66-4C35-BF9B-CFDA92D8BA6E}" type="presParOf" srcId="{595604E1-0AD5-448B-8265-3BB14FE4191A}" destId="{A3AA2343-933B-4A11-91D4-8F28F52D77B5}" srcOrd="7" destOrd="0" presId="urn:microsoft.com/office/officeart/2005/8/layout/cycle5"/>
    <dgm:cxn modelId="{E101AA72-0518-478C-8741-E99432AF751D}" type="presParOf" srcId="{595604E1-0AD5-448B-8265-3BB14FE4191A}" destId="{72286A83-9BB9-4688-824E-DFA3B4A03466}" srcOrd="8" destOrd="0" presId="urn:microsoft.com/office/officeart/2005/8/layout/cycle5"/>
    <dgm:cxn modelId="{BA5271AB-E58C-43E1-B1B4-ABD7F5CF7790}" type="presParOf" srcId="{595604E1-0AD5-448B-8265-3BB14FE4191A}" destId="{6EC5985B-4B7E-4AFB-A679-CE29B7394DD0}" srcOrd="9" destOrd="0" presId="urn:microsoft.com/office/officeart/2005/8/layout/cycle5"/>
    <dgm:cxn modelId="{981D8528-82B0-49C9-909F-BAAFEF614E81}" type="presParOf" srcId="{595604E1-0AD5-448B-8265-3BB14FE4191A}" destId="{D331F480-F2E3-4598-82DD-70C9FF7061AF}" srcOrd="10" destOrd="0" presId="urn:microsoft.com/office/officeart/2005/8/layout/cycle5"/>
    <dgm:cxn modelId="{1A126E08-D348-4DA4-AE9C-126D946BC7E5}" type="presParOf" srcId="{595604E1-0AD5-448B-8265-3BB14FE4191A}" destId="{DE470CF5-EEFF-4A69-8182-4D327479B7DB}" srcOrd="11" destOrd="0" presId="urn:microsoft.com/office/officeart/2005/8/layout/cycle5"/>
    <dgm:cxn modelId="{E38A9F19-E2C4-4FF8-B1AD-E5D2BBA13AE3}" type="presParOf" srcId="{595604E1-0AD5-448B-8265-3BB14FE4191A}" destId="{39F08E27-E261-421C-8E5E-1082B86A8D9C}" srcOrd="12" destOrd="0" presId="urn:microsoft.com/office/officeart/2005/8/layout/cycle5"/>
    <dgm:cxn modelId="{1F53BC43-524A-47F2-92C7-B110CB0265D1}" type="presParOf" srcId="{595604E1-0AD5-448B-8265-3BB14FE4191A}" destId="{C9720731-83DC-4BF3-BE30-0172E8A5EA3B}" srcOrd="13" destOrd="0" presId="urn:microsoft.com/office/officeart/2005/8/layout/cycle5"/>
    <dgm:cxn modelId="{F0D1F50A-A6B9-467E-B8EF-A5BE458F51EE}" type="presParOf" srcId="{595604E1-0AD5-448B-8265-3BB14FE4191A}" destId="{D228B7EB-C80E-4EEC-BA0C-10B591FFC4E3}" srcOrd="14" destOrd="0" presId="urn:microsoft.com/office/officeart/2005/8/layout/cycle5"/>
    <dgm:cxn modelId="{716DD9A1-9E8D-4DD6-9983-17A712F9DA67}" type="presParOf" srcId="{595604E1-0AD5-448B-8265-3BB14FE4191A}" destId="{451B3D52-C6A2-43A7-A904-514557D29B2D}" srcOrd="15" destOrd="0" presId="urn:microsoft.com/office/officeart/2005/8/layout/cycle5"/>
    <dgm:cxn modelId="{CFE1CDD9-CE91-4A5D-88B3-252526901926}" type="presParOf" srcId="{595604E1-0AD5-448B-8265-3BB14FE4191A}" destId="{66B7D657-C65A-4DA7-89F7-DCBAD965C35D}" srcOrd="16" destOrd="0" presId="urn:microsoft.com/office/officeart/2005/8/layout/cycle5"/>
    <dgm:cxn modelId="{938819F2-5F21-4D5D-B28A-8791A8B14835}" type="presParOf" srcId="{595604E1-0AD5-448B-8265-3BB14FE4191A}" destId="{E848CF79-2FED-49A6-AAFD-C9571E42E0A4}" srcOrd="17"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BEEBBD9-F4E5-4B7F-8853-56CE662A4727}"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US"/>
        </a:p>
      </dgm:t>
    </dgm:pt>
    <dgm:pt modelId="{1F7DDC3B-9952-492F-BE75-C98050CE6BDE}">
      <dgm:prSet phldrT="[Text]"/>
      <dgm:spPr/>
      <dgm:t>
        <a:bodyPr/>
        <a:lstStyle/>
        <a:p>
          <a:r>
            <a:rPr lang="en-US"/>
            <a:t>Start</a:t>
          </a:r>
        </a:p>
      </dgm:t>
    </dgm:pt>
    <dgm:pt modelId="{A1BDC23B-3218-4CB0-AADD-41F4DE5C5B44}" type="parTrans" cxnId="{BB77E987-51AE-4792-9A6F-AD23ED574739}">
      <dgm:prSet/>
      <dgm:spPr/>
      <dgm:t>
        <a:bodyPr/>
        <a:lstStyle/>
        <a:p>
          <a:endParaRPr lang="en-US"/>
        </a:p>
      </dgm:t>
    </dgm:pt>
    <dgm:pt modelId="{2606F021-B4A8-4861-A0A1-ED3C481DD33D}" type="sibTrans" cxnId="{BB77E987-51AE-4792-9A6F-AD23ED574739}">
      <dgm:prSet/>
      <dgm:spPr/>
      <dgm:t>
        <a:bodyPr/>
        <a:lstStyle/>
        <a:p>
          <a:endParaRPr lang="en-US"/>
        </a:p>
      </dgm:t>
    </dgm:pt>
    <dgm:pt modelId="{D30E57C5-16A8-49AE-8998-5F9FF1697020}">
      <dgm:prSet phldrT="[Text]"/>
      <dgm:spPr/>
      <dgm:t>
        <a:bodyPr/>
        <a:lstStyle/>
        <a:p>
          <a:r>
            <a:rPr lang="en-US"/>
            <a:t>Input Image</a:t>
          </a:r>
        </a:p>
      </dgm:t>
    </dgm:pt>
    <dgm:pt modelId="{E831D722-8ECD-4D77-84F2-C8DDE925583E}" type="parTrans" cxnId="{B110F385-4959-41B3-810C-E29FD1623A1F}">
      <dgm:prSet/>
      <dgm:spPr/>
      <dgm:t>
        <a:bodyPr/>
        <a:lstStyle/>
        <a:p>
          <a:endParaRPr lang="en-US"/>
        </a:p>
      </dgm:t>
    </dgm:pt>
    <dgm:pt modelId="{5F2E0BF9-58BD-44B5-B3AD-9F2E4AEA0493}" type="sibTrans" cxnId="{B110F385-4959-41B3-810C-E29FD1623A1F}">
      <dgm:prSet/>
      <dgm:spPr/>
      <dgm:t>
        <a:bodyPr/>
        <a:lstStyle/>
        <a:p>
          <a:endParaRPr lang="en-US"/>
        </a:p>
      </dgm:t>
    </dgm:pt>
    <dgm:pt modelId="{2F2DFF0E-D95C-4D22-8A48-B101AE6F6F96}">
      <dgm:prSet phldrT="[Text]"/>
      <dgm:spPr/>
      <dgm:t>
        <a:bodyPr/>
        <a:lstStyle/>
        <a:p>
          <a:r>
            <a:rPr lang="en-US"/>
            <a:t>Image Match</a:t>
          </a:r>
        </a:p>
      </dgm:t>
    </dgm:pt>
    <dgm:pt modelId="{C2EE380E-68B4-4FD0-A3E6-A63DAEFB9CB6}" type="parTrans" cxnId="{29B2DBD9-FA62-4592-B273-E5DD557E9175}">
      <dgm:prSet/>
      <dgm:spPr/>
      <dgm:t>
        <a:bodyPr/>
        <a:lstStyle/>
        <a:p>
          <a:endParaRPr lang="en-US"/>
        </a:p>
      </dgm:t>
    </dgm:pt>
    <dgm:pt modelId="{33E494F8-6E5A-45D6-A90B-70E6B79FC1D9}" type="sibTrans" cxnId="{29B2DBD9-FA62-4592-B273-E5DD557E9175}">
      <dgm:prSet/>
      <dgm:spPr/>
      <dgm:t>
        <a:bodyPr/>
        <a:lstStyle/>
        <a:p>
          <a:endParaRPr lang="en-US"/>
        </a:p>
      </dgm:t>
    </dgm:pt>
    <dgm:pt modelId="{76708C08-FC43-400C-AA39-E5B978D9DAE4}">
      <dgm:prSet phldrT="[Text]"/>
      <dgm:spPr/>
      <dgm:t>
        <a:bodyPr/>
        <a:lstStyle/>
        <a:p>
          <a:r>
            <a:rPr lang="en-US"/>
            <a:t>Input Password</a:t>
          </a:r>
        </a:p>
      </dgm:t>
    </dgm:pt>
    <dgm:pt modelId="{04EA5103-ECAB-41C3-9C3A-C11A1D6EC6CE}" type="parTrans" cxnId="{0619A1CF-B676-4206-B789-4DC1351C84E5}">
      <dgm:prSet/>
      <dgm:spPr/>
      <dgm:t>
        <a:bodyPr/>
        <a:lstStyle/>
        <a:p>
          <a:endParaRPr lang="en-US"/>
        </a:p>
      </dgm:t>
    </dgm:pt>
    <dgm:pt modelId="{7D128482-19FA-4B70-B2D1-D24261203F66}" type="sibTrans" cxnId="{0619A1CF-B676-4206-B789-4DC1351C84E5}">
      <dgm:prSet/>
      <dgm:spPr/>
      <dgm:t>
        <a:bodyPr/>
        <a:lstStyle/>
        <a:p>
          <a:endParaRPr lang="en-US"/>
        </a:p>
      </dgm:t>
    </dgm:pt>
    <dgm:pt modelId="{F41CF279-F8CA-4187-ABA8-FC9ED3F85C40}">
      <dgm:prSet phldrT="[Text]"/>
      <dgm:spPr/>
      <dgm:t>
        <a:bodyPr/>
        <a:lstStyle/>
        <a:p>
          <a:r>
            <a:rPr lang="en-US"/>
            <a:t>Individual Identity Confirmed</a:t>
          </a:r>
        </a:p>
      </dgm:t>
    </dgm:pt>
    <dgm:pt modelId="{323F9318-7AD2-48B9-B86B-36F64B4A1F3E}" type="parTrans" cxnId="{B85FC365-E232-4273-956B-5F0446350591}">
      <dgm:prSet/>
      <dgm:spPr/>
      <dgm:t>
        <a:bodyPr/>
        <a:lstStyle/>
        <a:p>
          <a:endParaRPr lang="en-US"/>
        </a:p>
      </dgm:t>
    </dgm:pt>
    <dgm:pt modelId="{EA9FC4E8-5D03-4E75-AFE5-DABC86D3A0EE}" type="sibTrans" cxnId="{B85FC365-E232-4273-956B-5F0446350591}">
      <dgm:prSet/>
      <dgm:spPr/>
      <dgm:t>
        <a:bodyPr/>
        <a:lstStyle/>
        <a:p>
          <a:endParaRPr lang="en-US"/>
        </a:p>
      </dgm:t>
    </dgm:pt>
    <dgm:pt modelId="{72A5A550-9BAF-4298-9B0E-63CAB9BA9DB4}">
      <dgm:prSet phldrT="[Text]"/>
      <dgm:spPr/>
      <dgm:t>
        <a:bodyPr/>
        <a:lstStyle/>
        <a:p>
          <a:r>
            <a:rPr lang="en-US"/>
            <a:t>Lock Unlocked</a:t>
          </a:r>
        </a:p>
      </dgm:t>
    </dgm:pt>
    <dgm:pt modelId="{FD3F6AE3-4F21-4733-A70D-5FACB005E446}" type="parTrans" cxnId="{F1C94A46-FCE6-4190-AC36-80F9763CBCF5}">
      <dgm:prSet/>
      <dgm:spPr/>
      <dgm:t>
        <a:bodyPr/>
        <a:lstStyle/>
        <a:p>
          <a:endParaRPr lang="en-US"/>
        </a:p>
      </dgm:t>
    </dgm:pt>
    <dgm:pt modelId="{4661388C-9967-4882-997A-0C9E85898F83}" type="sibTrans" cxnId="{F1C94A46-FCE6-4190-AC36-80F9763CBCF5}">
      <dgm:prSet/>
      <dgm:spPr/>
      <dgm:t>
        <a:bodyPr/>
        <a:lstStyle/>
        <a:p>
          <a:endParaRPr lang="en-US"/>
        </a:p>
      </dgm:t>
    </dgm:pt>
    <dgm:pt modelId="{595604E1-0AD5-448B-8265-3BB14FE4191A}" type="pres">
      <dgm:prSet presAssocID="{8BEEBBD9-F4E5-4B7F-8853-56CE662A4727}" presName="cycle" presStyleCnt="0">
        <dgm:presLayoutVars>
          <dgm:dir/>
          <dgm:resizeHandles val="exact"/>
        </dgm:presLayoutVars>
      </dgm:prSet>
      <dgm:spPr/>
      <dgm:t>
        <a:bodyPr/>
        <a:lstStyle/>
        <a:p>
          <a:endParaRPr lang="en-US"/>
        </a:p>
      </dgm:t>
    </dgm:pt>
    <dgm:pt modelId="{3B9F3E3E-69E6-40AE-8D1B-73B2EEAE7EAF}" type="pres">
      <dgm:prSet presAssocID="{1F7DDC3B-9952-492F-BE75-C98050CE6BDE}" presName="node" presStyleLbl="node1" presStyleIdx="0" presStyleCnt="6">
        <dgm:presLayoutVars>
          <dgm:bulletEnabled val="1"/>
        </dgm:presLayoutVars>
      </dgm:prSet>
      <dgm:spPr/>
      <dgm:t>
        <a:bodyPr/>
        <a:lstStyle/>
        <a:p>
          <a:endParaRPr lang="en-US"/>
        </a:p>
      </dgm:t>
    </dgm:pt>
    <dgm:pt modelId="{C1429515-0033-4D6C-BCE5-873EDEB32D2D}" type="pres">
      <dgm:prSet presAssocID="{1F7DDC3B-9952-492F-BE75-C98050CE6BDE}" presName="spNode" presStyleCnt="0"/>
      <dgm:spPr/>
    </dgm:pt>
    <dgm:pt modelId="{260B8E59-AD37-4562-8DA5-1D21CB0A8F2A}" type="pres">
      <dgm:prSet presAssocID="{2606F021-B4A8-4861-A0A1-ED3C481DD33D}" presName="sibTrans" presStyleLbl="sibTrans1D1" presStyleIdx="0" presStyleCnt="6"/>
      <dgm:spPr/>
      <dgm:t>
        <a:bodyPr/>
        <a:lstStyle/>
        <a:p>
          <a:endParaRPr lang="en-US"/>
        </a:p>
      </dgm:t>
    </dgm:pt>
    <dgm:pt modelId="{C9D452AA-4993-4992-9780-C175C6C40430}" type="pres">
      <dgm:prSet presAssocID="{D30E57C5-16A8-49AE-8998-5F9FF1697020}" presName="node" presStyleLbl="node1" presStyleIdx="1" presStyleCnt="6">
        <dgm:presLayoutVars>
          <dgm:bulletEnabled val="1"/>
        </dgm:presLayoutVars>
      </dgm:prSet>
      <dgm:spPr/>
      <dgm:t>
        <a:bodyPr/>
        <a:lstStyle/>
        <a:p>
          <a:endParaRPr lang="en-US"/>
        </a:p>
      </dgm:t>
    </dgm:pt>
    <dgm:pt modelId="{CB6B5FB7-B23D-4F8B-BF0C-ECCD468FBC87}" type="pres">
      <dgm:prSet presAssocID="{D30E57C5-16A8-49AE-8998-5F9FF1697020}" presName="spNode" presStyleCnt="0"/>
      <dgm:spPr/>
    </dgm:pt>
    <dgm:pt modelId="{5507EBDD-2CED-48A6-8252-C881AEAD49F4}" type="pres">
      <dgm:prSet presAssocID="{5F2E0BF9-58BD-44B5-B3AD-9F2E4AEA0493}" presName="sibTrans" presStyleLbl="sibTrans1D1" presStyleIdx="1" presStyleCnt="6"/>
      <dgm:spPr/>
      <dgm:t>
        <a:bodyPr/>
        <a:lstStyle/>
        <a:p>
          <a:endParaRPr lang="en-US"/>
        </a:p>
      </dgm:t>
    </dgm:pt>
    <dgm:pt modelId="{DBA004C1-113E-46BA-98BF-67BD8A028838}" type="pres">
      <dgm:prSet presAssocID="{2F2DFF0E-D95C-4D22-8A48-B101AE6F6F96}" presName="node" presStyleLbl="node1" presStyleIdx="2" presStyleCnt="6">
        <dgm:presLayoutVars>
          <dgm:bulletEnabled val="1"/>
        </dgm:presLayoutVars>
      </dgm:prSet>
      <dgm:spPr/>
      <dgm:t>
        <a:bodyPr/>
        <a:lstStyle/>
        <a:p>
          <a:endParaRPr lang="en-US"/>
        </a:p>
      </dgm:t>
    </dgm:pt>
    <dgm:pt modelId="{A3AA2343-933B-4A11-91D4-8F28F52D77B5}" type="pres">
      <dgm:prSet presAssocID="{2F2DFF0E-D95C-4D22-8A48-B101AE6F6F96}" presName="spNode" presStyleCnt="0"/>
      <dgm:spPr/>
    </dgm:pt>
    <dgm:pt modelId="{72286A83-9BB9-4688-824E-DFA3B4A03466}" type="pres">
      <dgm:prSet presAssocID="{33E494F8-6E5A-45D6-A90B-70E6B79FC1D9}" presName="sibTrans" presStyleLbl="sibTrans1D1" presStyleIdx="2" presStyleCnt="6"/>
      <dgm:spPr/>
      <dgm:t>
        <a:bodyPr/>
        <a:lstStyle/>
        <a:p>
          <a:endParaRPr lang="en-US"/>
        </a:p>
      </dgm:t>
    </dgm:pt>
    <dgm:pt modelId="{6EC5985B-4B7E-4AFB-A679-CE29B7394DD0}" type="pres">
      <dgm:prSet presAssocID="{76708C08-FC43-400C-AA39-E5B978D9DAE4}" presName="node" presStyleLbl="node1" presStyleIdx="3" presStyleCnt="6">
        <dgm:presLayoutVars>
          <dgm:bulletEnabled val="1"/>
        </dgm:presLayoutVars>
      </dgm:prSet>
      <dgm:spPr/>
      <dgm:t>
        <a:bodyPr/>
        <a:lstStyle/>
        <a:p>
          <a:endParaRPr lang="en-US"/>
        </a:p>
      </dgm:t>
    </dgm:pt>
    <dgm:pt modelId="{D331F480-F2E3-4598-82DD-70C9FF7061AF}" type="pres">
      <dgm:prSet presAssocID="{76708C08-FC43-400C-AA39-E5B978D9DAE4}" presName="spNode" presStyleCnt="0"/>
      <dgm:spPr/>
    </dgm:pt>
    <dgm:pt modelId="{DE470CF5-EEFF-4A69-8182-4D327479B7DB}" type="pres">
      <dgm:prSet presAssocID="{7D128482-19FA-4B70-B2D1-D24261203F66}" presName="sibTrans" presStyleLbl="sibTrans1D1" presStyleIdx="3" presStyleCnt="6"/>
      <dgm:spPr/>
      <dgm:t>
        <a:bodyPr/>
        <a:lstStyle/>
        <a:p>
          <a:endParaRPr lang="en-US"/>
        </a:p>
      </dgm:t>
    </dgm:pt>
    <dgm:pt modelId="{39F08E27-E261-421C-8E5E-1082B86A8D9C}" type="pres">
      <dgm:prSet presAssocID="{F41CF279-F8CA-4187-ABA8-FC9ED3F85C40}" presName="node" presStyleLbl="node1" presStyleIdx="4" presStyleCnt="6">
        <dgm:presLayoutVars>
          <dgm:bulletEnabled val="1"/>
        </dgm:presLayoutVars>
      </dgm:prSet>
      <dgm:spPr/>
      <dgm:t>
        <a:bodyPr/>
        <a:lstStyle/>
        <a:p>
          <a:endParaRPr lang="en-US"/>
        </a:p>
      </dgm:t>
    </dgm:pt>
    <dgm:pt modelId="{C9720731-83DC-4BF3-BE30-0172E8A5EA3B}" type="pres">
      <dgm:prSet presAssocID="{F41CF279-F8CA-4187-ABA8-FC9ED3F85C40}" presName="spNode" presStyleCnt="0"/>
      <dgm:spPr/>
    </dgm:pt>
    <dgm:pt modelId="{D228B7EB-C80E-4EEC-BA0C-10B591FFC4E3}" type="pres">
      <dgm:prSet presAssocID="{EA9FC4E8-5D03-4E75-AFE5-DABC86D3A0EE}" presName="sibTrans" presStyleLbl="sibTrans1D1" presStyleIdx="4" presStyleCnt="6"/>
      <dgm:spPr/>
      <dgm:t>
        <a:bodyPr/>
        <a:lstStyle/>
        <a:p>
          <a:endParaRPr lang="en-US"/>
        </a:p>
      </dgm:t>
    </dgm:pt>
    <dgm:pt modelId="{451B3D52-C6A2-43A7-A904-514557D29B2D}" type="pres">
      <dgm:prSet presAssocID="{72A5A550-9BAF-4298-9B0E-63CAB9BA9DB4}" presName="node" presStyleLbl="node1" presStyleIdx="5" presStyleCnt="6">
        <dgm:presLayoutVars>
          <dgm:bulletEnabled val="1"/>
        </dgm:presLayoutVars>
      </dgm:prSet>
      <dgm:spPr/>
      <dgm:t>
        <a:bodyPr/>
        <a:lstStyle/>
        <a:p>
          <a:endParaRPr lang="en-US"/>
        </a:p>
      </dgm:t>
    </dgm:pt>
    <dgm:pt modelId="{66B7D657-C65A-4DA7-89F7-DCBAD965C35D}" type="pres">
      <dgm:prSet presAssocID="{72A5A550-9BAF-4298-9B0E-63CAB9BA9DB4}" presName="spNode" presStyleCnt="0"/>
      <dgm:spPr/>
    </dgm:pt>
    <dgm:pt modelId="{E848CF79-2FED-49A6-AAFD-C9571E42E0A4}" type="pres">
      <dgm:prSet presAssocID="{4661388C-9967-4882-997A-0C9E85898F83}" presName="sibTrans" presStyleLbl="sibTrans1D1" presStyleIdx="5" presStyleCnt="6"/>
      <dgm:spPr/>
      <dgm:t>
        <a:bodyPr/>
        <a:lstStyle/>
        <a:p>
          <a:endParaRPr lang="en-US"/>
        </a:p>
      </dgm:t>
    </dgm:pt>
  </dgm:ptLst>
  <dgm:cxnLst>
    <dgm:cxn modelId="{0AAFCB83-0512-49FE-98A1-4D69687FF80E}" type="presOf" srcId="{33E494F8-6E5A-45D6-A90B-70E6B79FC1D9}" destId="{72286A83-9BB9-4688-824E-DFA3B4A03466}" srcOrd="0" destOrd="0" presId="urn:microsoft.com/office/officeart/2005/8/layout/cycle5"/>
    <dgm:cxn modelId="{F1C94A46-FCE6-4190-AC36-80F9763CBCF5}" srcId="{8BEEBBD9-F4E5-4B7F-8853-56CE662A4727}" destId="{72A5A550-9BAF-4298-9B0E-63CAB9BA9DB4}" srcOrd="5" destOrd="0" parTransId="{FD3F6AE3-4F21-4733-A70D-5FACB005E446}" sibTransId="{4661388C-9967-4882-997A-0C9E85898F83}"/>
    <dgm:cxn modelId="{F66341F8-1C98-4915-929E-7F37F5C39A4D}" type="presOf" srcId="{F41CF279-F8CA-4187-ABA8-FC9ED3F85C40}" destId="{39F08E27-E261-421C-8E5E-1082B86A8D9C}" srcOrd="0" destOrd="0" presId="urn:microsoft.com/office/officeart/2005/8/layout/cycle5"/>
    <dgm:cxn modelId="{34523AD4-0F05-404E-B5E4-D38ABCFC4362}" type="presOf" srcId="{7D128482-19FA-4B70-B2D1-D24261203F66}" destId="{DE470CF5-EEFF-4A69-8182-4D327479B7DB}" srcOrd="0" destOrd="0" presId="urn:microsoft.com/office/officeart/2005/8/layout/cycle5"/>
    <dgm:cxn modelId="{D37C2241-3949-4A97-87FA-54DE79AFE923}" type="presOf" srcId="{5F2E0BF9-58BD-44B5-B3AD-9F2E4AEA0493}" destId="{5507EBDD-2CED-48A6-8252-C881AEAD49F4}" srcOrd="0" destOrd="0" presId="urn:microsoft.com/office/officeart/2005/8/layout/cycle5"/>
    <dgm:cxn modelId="{F03EAF8F-36A6-46CB-9859-05F9FFE0CC45}" type="presOf" srcId="{2606F021-B4A8-4861-A0A1-ED3C481DD33D}" destId="{260B8E59-AD37-4562-8DA5-1D21CB0A8F2A}" srcOrd="0" destOrd="0" presId="urn:microsoft.com/office/officeart/2005/8/layout/cycle5"/>
    <dgm:cxn modelId="{B110F385-4959-41B3-810C-E29FD1623A1F}" srcId="{8BEEBBD9-F4E5-4B7F-8853-56CE662A4727}" destId="{D30E57C5-16A8-49AE-8998-5F9FF1697020}" srcOrd="1" destOrd="0" parTransId="{E831D722-8ECD-4D77-84F2-C8DDE925583E}" sibTransId="{5F2E0BF9-58BD-44B5-B3AD-9F2E4AEA0493}"/>
    <dgm:cxn modelId="{0619A1CF-B676-4206-B789-4DC1351C84E5}" srcId="{8BEEBBD9-F4E5-4B7F-8853-56CE662A4727}" destId="{76708C08-FC43-400C-AA39-E5B978D9DAE4}" srcOrd="3" destOrd="0" parTransId="{04EA5103-ECAB-41C3-9C3A-C11A1D6EC6CE}" sibTransId="{7D128482-19FA-4B70-B2D1-D24261203F66}"/>
    <dgm:cxn modelId="{7F29387F-F6B9-4DAD-BEBB-58173F7371CC}" type="presOf" srcId="{76708C08-FC43-400C-AA39-E5B978D9DAE4}" destId="{6EC5985B-4B7E-4AFB-A679-CE29B7394DD0}" srcOrd="0" destOrd="0" presId="urn:microsoft.com/office/officeart/2005/8/layout/cycle5"/>
    <dgm:cxn modelId="{BB77E987-51AE-4792-9A6F-AD23ED574739}" srcId="{8BEEBBD9-F4E5-4B7F-8853-56CE662A4727}" destId="{1F7DDC3B-9952-492F-BE75-C98050CE6BDE}" srcOrd="0" destOrd="0" parTransId="{A1BDC23B-3218-4CB0-AADD-41F4DE5C5B44}" sibTransId="{2606F021-B4A8-4861-A0A1-ED3C481DD33D}"/>
    <dgm:cxn modelId="{F3A672CF-2937-4A4B-98BB-C037D8CEF6D6}" type="presOf" srcId="{4661388C-9967-4882-997A-0C9E85898F83}" destId="{E848CF79-2FED-49A6-AAFD-C9571E42E0A4}" srcOrd="0" destOrd="0" presId="urn:microsoft.com/office/officeart/2005/8/layout/cycle5"/>
    <dgm:cxn modelId="{4B7496FE-0A1B-4D4A-91E9-543BD27BEB21}" type="presOf" srcId="{1F7DDC3B-9952-492F-BE75-C98050CE6BDE}" destId="{3B9F3E3E-69E6-40AE-8D1B-73B2EEAE7EAF}" srcOrd="0" destOrd="0" presId="urn:microsoft.com/office/officeart/2005/8/layout/cycle5"/>
    <dgm:cxn modelId="{29B2DBD9-FA62-4592-B273-E5DD557E9175}" srcId="{8BEEBBD9-F4E5-4B7F-8853-56CE662A4727}" destId="{2F2DFF0E-D95C-4D22-8A48-B101AE6F6F96}" srcOrd="2" destOrd="0" parTransId="{C2EE380E-68B4-4FD0-A3E6-A63DAEFB9CB6}" sibTransId="{33E494F8-6E5A-45D6-A90B-70E6B79FC1D9}"/>
    <dgm:cxn modelId="{FE2600EE-BF6B-4E65-99D5-337D13269048}" type="presOf" srcId="{D30E57C5-16A8-49AE-8998-5F9FF1697020}" destId="{C9D452AA-4993-4992-9780-C175C6C40430}" srcOrd="0" destOrd="0" presId="urn:microsoft.com/office/officeart/2005/8/layout/cycle5"/>
    <dgm:cxn modelId="{B85FC365-E232-4273-956B-5F0446350591}" srcId="{8BEEBBD9-F4E5-4B7F-8853-56CE662A4727}" destId="{F41CF279-F8CA-4187-ABA8-FC9ED3F85C40}" srcOrd="4" destOrd="0" parTransId="{323F9318-7AD2-48B9-B86B-36F64B4A1F3E}" sibTransId="{EA9FC4E8-5D03-4E75-AFE5-DABC86D3A0EE}"/>
    <dgm:cxn modelId="{948899D4-123C-4EBA-8B36-5225E95C8316}" type="presOf" srcId="{EA9FC4E8-5D03-4E75-AFE5-DABC86D3A0EE}" destId="{D228B7EB-C80E-4EEC-BA0C-10B591FFC4E3}" srcOrd="0" destOrd="0" presId="urn:microsoft.com/office/officeart/2005/8/layout/cycle5"/>
    <dgm:cxn modelId="{7BCAE36F-9B26-445A-99C0-6A87D60F9016}" type="presOf" srcId="{8BEEBBD9-F4E5-4B7F-8853-56CE662A4727}" destId="{595604E1-0AD5-448B-8265-3BB14FE4191A}" srcOrd="0" destOrd="0" presId="urn:microsoft.com/office/officeart/2005/8/layout/cycle5"/>
    <dgm:cxn modelId="{B379D7AC-BAD0-42CD-8E51-B9B92DA3D7BE}" type="presOf" srcId="{2F2DFF0E-D95C-4D22-8A48-B101AE6F6F96}" destId="{DBA004C1-113E-46BA-98BF-67BD8A028838}" srcOrd="0" destOrd="0" presId="urn:microsoft.com/office/officeart/2005/8/layout/cycle5"/>
    <dgm:cxn modelId="{18E459BC-CBE7-434A-A6C1-3DA380CC8296}" type="presOf" srcId="{72A5A550-9BAF-4298-9B0E-63CAB9BA9DB4}" destId="{451B3D52-C6A2-43A7-A904-514557D29B2D}" srcOrd="0" destOrd="0" presId="urn:microsoft.com/office/officeart/2005/8/layout/cycle5"/>
    <dgm:cxn modelId="{AE57FB65-17AE-4868-A78F-2D399FBD3A1D}" type="presParOf" srcId="{595604E1-0AD5-448B-8265-3BB14FE4191A}" destId="{3B9F3E3E-69E6-40AE-8D1B-73B2EEAE7EAF}" srcOrd="0" destOrd="0" presId="urn:microsoft.com/office/officeart/2005/8/layout/cycle5"/>
    <dgm:cxn modelId="{DE1FDABE-36D7-4193-9770-62C10EF2645A}" type="presParOf" srcId="{595604E1-0AD5-448B-8265-3BB14FE4191A}" destId="{C1429515-0033-4D6C-BCE5-873EDEB32D2D}" srcOrd="1" destOrd="0" presId="urn:microsoft.com/office/officeart/2005/8/layout/cycle5"/>
    <dgm:cxn modelId="{748E11CE-8D6D-452A-910F-98775945FED8}" type="presParOf" srcId="{595604E1-0AD5-448B-8265-3BB14FE4191A}" destId="{260B8E59-AD37-4562-8DA5-1D21CB0A8F2A}" srcOrd="2" destOrd="0" presId="urn:microsoft.com/office/officeart/2005/8/layout/cycle5"/>
    <dgm:cxn modelId="{03E2B498-83F3-47D6-BD93-CC43317BBC07}" type="presParOf" srcId="{595604E1-0AD5-448B-8265-3BB14FE4191A}" destId="{C9D452AA-4993-4992-9780-C175C6C40430}" srcOrd="3" destOrd="0" presId="urn:microsoft.com/office/officeart/2005/8/layout/cycle5"/>
    <dgm:cxn modelId="{CEF43AC5-65E2-4AE2-9681-01EA165DC86F}" type="presParOf" srcId="{595604E1-0AD5-448B-8265-3BB14FE4191A}" destId="{CB6B5FB7-B23D-4F8B-BF0C-ECCD468FBC87}" srcOrd="4" destOrd="0" presId="urn:microsoft.com/office/officeart/2005/8/layout/cycle5"/>
    <dgm:cxn modelId="{A88B8987-C3BC-4903-82AB-316C2B544E53}" type="presParOf" srcId="{595604E1-0AD5-448B-8265-3BB14FE4191A}" destId="{5507EBDD-2CED-48A6-8252-C881AEAD49F4}" srcOrd="5" destOrd="0" presId="urn:microsoft.com/office/officeart/2005/8/layout/cycle5"/>
    <dgm:cxn modelId="{199A605D-DEDC-4FE1-850B-333EDC09867D}" type="presParOf" srcId="{595604E1-0AD5-448B-8265-3BB14FE4191A}" destId="{DBA004C1-113E-46BA-98BF-67BD8A028838}" srcOrd="6" destOrd="0" presId="urn:microsoft.com/office/officeart/2005/8/layout/cycle5"/>
    <dgm:cxn modelId="{75E2AE7F-B8A3-4588-97DF-818D268F0879}" type="presParOf" srcId="{595604E1-0AD5-448B-8265-3BB14FE4191A}" destId="{A3AA2343-933B-4A11-91D4-8F28F52D77B5}" srcOrd="7" destOrd="0" presId="urn:microsoft.com/office/officeart/2005/8/layout/cycle5"/>
    <dgm:cxn modelId="{ACA8C413-10B1-48BD-BC3B-1D0EBFA0AD05}" type="presParOf" srcId="{595604E1-0AD5-448B-8265-3BB14FE4191A}" destId="{72286A83-9BB9-4688-824E-DFA3B4A03466}" srcOrd="8" destOrd="0" presId="urn:microsoft.com/office/officeart/2005/8/layout/cycle5"/>
    <dgm:cxn modelId="{ABEF3FB8-D832-4335-9BC0-2B23EA01176A}" type="presParOf" srcId="{595604E1-0AD5-448B-8265-3BB14FE4191A}" destId="{6EC5985B-4B7E-4AFB-A679-CE29B7394DD0}" srcOrd="9" destOrd="0" presId="urn:microsoft.com/office/officeart/2005/8/layout/cycle5"/>
    <dgm:cxn modelId="{6956ABF0-0860-4B3D-851E-3846FB72F6C5}" type="presParOf" srcId="{595604E1-0AD5-448B-8265-3BB14FE4191A}" destId="{D331F480-F2E3-4598-82DD-70C9FF7061AF}" srcOrd="10" destOrd="0" presId="urn:microsoft.com/office/officeart/2005/8/layout/cycle5"/>
    <dgm:cxn modelId="{8FA55EDC-7C9E-4222-AC6C-3623723397DB}" type="presParOf" srcId="{595604E1-0AD5-448B-8265-3BB14FE4191A}" destId="{DE470CF5-EEFF-4A69-8182-4D327479B7DB}" srcOrd="11" destOrd="0" presId="urn:microsoft.com/office/officeart/2005/8/layout/cycle5"/>
    <dgm:cxn modelId="{8EB4B1EF-46A4-4C33-B1E1-DEBE31D35C41}" type="presParOf" srcId="{595604E1-0AD5-448B-8265-3BB14FE4191A}" destId="{39F08E27-E261-421C-8E5E-1082B86A8D9C}" srcOrd="12" destOrd="0" presId="urn:microsoft.com/office/officeart/2005/8/layout/cycle5"/>
    <dgm:cxn modelId="{01DF48D8-D420-45EF-AE40-13FF509C3C0B}" type="presParOf" srcId="{595604E1-0AD5-448B-8265-3BB14FE4191A}" destId="{C9720731-83DC-4BF3-BE30-0172E8A5EA3B}" srcOrd="13" destOrd="0" presId="urn:microsoft.com/office/officeart/2005/8/layout/cycle5"/>
    <dgm:cxn modelId="{238C7AE6-A1DA-4193-A7D8-91EF14C9DE03}" type="presParOf" srcId="{595604E1-0AD5-448B-8265-3BB14FE4191A}" destId="{D228B7EB-C80E-4EEC-BA0C-10B591FFC4E3}" srcOrd="14" destOrd="0" presId="urn:microsoft.com/office/officeart/2005/8/layout/cycle5"/>
    <dgm:cxn modelId="{BF86C686-007A-486E-96EC-5B77C5B1586A}" type="presParOf" srcId="{595604E1-0AD5-448B-8265-3BB14FE4191A}" destId="{451B3D52-C6A2-43A7-A904-514557D29B2D}" srcOrd="15" destOrd="0" presId="urn:microsoft.com/office/officeart/2005/8/layout/cycle5"/>
    <dgm:cxn modelId="{59702CE2-4D0F-4249-9ECA-77F06AEAB4F6}" type="presParOf" srcId="{595604E1-0AD5-448B-8265-3BB14FE4191A}" destId="{66B7D657-C65A-4DA7-89F7-DCBAD965C35D}" srcOrd="16" destOrd="0" presId="urn:microsoft.com/office/officeart/2005/8/layout/cycle5"/>
    <dgm:cxn modelId="{C1B0BF72-6761-409A-A3D9-D1D865805298}" type="presParOf" srcId="{595604E1-0AD5-448B-8265-3BB14FE4191A}" destId="{E848CF79-2FED-49A6-AAFD-C9571E42E0A4}" srcOrd="17"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6EE58A6-8743-4A39-9CA8-CCDB7B5E0838}" type="doc">
      <dgm:prSet loTypeId="urn:microsoft.com/office/officeart/2005/8/layout/process4" loCatId="process" qsTypeId="urn:microsoft.com/office/officeart/2005/8/quickstyle/simple1" qsCatId="simple" csTypeId="urn:microsoft.com/office/officeart/2005/8/colors/accent1_2" csCatId="accent1" phldr="1"/>
      <dgm:spPr/>
    </dgm:pt>
    <dgm:pt modelId="{067EB54E-2089-4CEA-9DFC-2ABE62867116}">
      <dgm:prSet phldrT="[Text]"/>
      <dgm:spPr/>
      <dgm:t>
        <a:bodyPr/>
        <a:lstStyle/>
        <a:p>
          <a:r>
            <a:rPr lang="en-US"/>
            <a:t>Begining</a:t>
          </a:r>
        </a:p>
      </dgm:t>
    </dgm:pt>
    <dgm:pt modelId="{86DBD500-A751-459E-824E-AFA8ED2AA2EA}" type="parTrans" cxnId="{9A2409CD-FA01-44B9-9B51-D7DD0E2DC0F6}">
      <dgm:prSet/>
      <dgm:spPr/>
      <dgm:t>
        <a:bodyPr/>
        <a:lstStyle/>
        <a:p>
          <a:endParaRPr lang="en-US"/>
        </a:p>
      </dgm:t>
    </dgm:pt>
    <dgm:pt modelId="{BC01B9B0-C6A4-412C-A493-A7DD074F4165}" type="sibTrans" cxnId="{9A2409CD-FA01-44B9-9B51-D7DD0E2DC0F6}">
      <dgm:prSet/>
      <dgm:spPr/>
      <dgm:t>
        <a:bodyPr/>
        <a:lstStyle/>
        <a:p>
          <a:endParaRPr lang="en-US"/>
        </a:p>
      </dgm:t>
    </dgm:pt>
    <dgm:pt modelId="{6596B10F-9130-4917-A13D-50EDECA81D99}">
      <dgm:prSet phldrT="[Text]"/>
      <dgm:spPr/>
      <dgm:t>
        <a:bodyPr/>
        <a:lstStyle/>
        <a:p>
          <a:r>
            <a:rPr lang="en-US"/>
            <a:t>Load Database Image</a:t>
          </a:r>
        </a:p>
      </dgm:t>
    </dgm:pt>
    <dgm:pt modelId="{FEA0EF03-8181-47D5-B779-82D922C45682}" type="parTrans" cxnId="{4063B750-3C3D-4415-94B4-8BACA4338A95}">
      <dgm:prSet/>
      <dgm:spPr/>
      <dgm:t>
        <a:bodyPr/>
        <a:lstStyle/>
        <a:p>
          <a:endParaRPr lang="en-US"/>
        </a:p>
      </dgm:t>
    </dgm:pt>
    <dgm:pt modelId="{0EC0C095-38F3-4080-98AE-620B6397815D}" type="sibTrans" cxnId="{4063B750-3C3D-4415-94B4-8BACA4338A95}">
      <dgm:prSet/>
      <dgm:spPr/>
      <dgm:t>
        <a:bodyPr/>
        <a:lstStyle/>
        <a:p>
          <a:endParaRPr lang="en-US"/>
        </a:p>
      </dgm:t>
    </dgm:pt>
    <dgm:pt modelId="{E89796E1-F330-4E29-B6EA-46EDDEB888FD}">
      <dgm:prSet phldrT="[Text]"/>
      <dgm:spPr/>
      <dgm:t>
        <a:bodyPr/>
        <a:lstStyle/>
        <a:p>
          <a:r>
            <a:rPr lang="en-US"/>
            <a:t>Eigenfaces on Database Image</a:t>
          </a:r>
        </a:p>
      </dgm:t>
    </dgm:pt>
    <dgm:pt modelId="{3BFF9CEF-29A3-4573-B9A2-3E385B04CBF0}" type="parTrans" cxnId="{88E6798F-0CB9-41D4-BBB2-D2B49572FC1D}">
      <dgm:prSet/>
      <dgm:spPr/>
      <dgm:t>
        <a:bodyPr/>
        <a:lstStyle/>
        <a:p>
          <a:endParaRPr lang="en-US"/>
        </a:p>
      </dgm:t>
    </dgm:pt>
    <dgm:pt modelId="{219C6C26-D196-4369-8F5B-D52717D428BC}" type="sibTrans" cxnId="{88E6798F-0CB9-41D4-BBB2-D2B49572FC1D}">
      <dgm:prSet/>
      <dgm:spPr/>
      <dgm:t>
        <a:bodyPr/>
        <a:lstStyle/>
        <a:p>
          <a:endParaRPr lang="en-US"/>
        </a:p>
      </dgm:t>
    </dgm:pt>
    <dgm:pt modelId="{1BE25A0D-A050-41F1-AF8E-584CAD6F945D}">
      <dgm:prSet phldrT="[Text]"/>
      <dgm:spPr/>
      <dgm:t>
        <a:bodyPr/>
        <a:lstStyle/>
        <a:p>
          <a:r>
            <a:rPr lang="en-US"/>
            <a:t>Weight of Database Image </a:t>
          </a:r>
        </a:p>
      </dgm:t>
    </dgm:pt>
    <dgm:pt modelId="{015B8D49-428F-4603-93BC-822EBB393257}" type="parTrans" cxnId="{DED6DB35-80F8-4CE0-A172-213CB1EAF53F}">
      <dgm:prSet/>
      <dgm:spPr/>
      <dgm:t>
        <a:bodyPr/>
        <a:lstStyle/>
        <a:p>
          <a:endParaRPr lang="en-US"/>
        </a:p>
      </dgm:t>
    </dgm:pt>
    <dgm:pt modelId="{E1523B07-FF90-4A9E-9D5E-42B69C7F48BE}" type="sibTrans" cxnId="{DED6DB35-80F8-4CE0-A172-213CB1EAF53F}">
      <dgm:prSet/>
      <dgm:spPr/>
      <dgm:t>
        <a:bodyPr/>
        <a:lstStyle/>
        <a:p>
          <a:endParaRPr lang="en-US"/>
        </a:p>
      </dgm:t>
    </dgm:pt>
    <dgm:pt modelId="{15E45F15-084A-4258-B6DE-2F26AB521C99}">
      <dgm:prSet phldrT="[Text]"/>
      <dgm:spPr/>
      <dgm:t>
        <a:bodyPr/>
        <a:lstStyle/>
        <a:p>
          <a:r>
            <a:rPr lang="en-US"/>
            <a:t>Input Image</a:t>
          </a:r>
        </a:p>
      </dgm:t>
    </dgm:pt>
    <dgm:pt modelId="{D5355B5E-14D5-4AFB-A433-4DD9BDC06088}" type="parTrans" cxnId="{975FEF8D-F13A-4AF4-AB3C-22F14A12E18B}">
      <dgm:prSet/>
      <dgm:spPr/>
      <dgm:t>
        <a:bodyPr/>
        <a:lstStyle/>
        <a:p>
          <a:endParaRPr lang="en-US"/>
        </a:p>
      </dgm:t>
    </dgm:pt>
    <dgm:pt modelId="{1D6D3F7C-D78C-4BB5-91AE-FA3556839E63}" type="sibTrans" cxnId="{975FEF8D-F13A-4AF4-AB3C-22F14A12E18B}">
      <dgm:prSet/>
      <dgm:spPr/>
      <dgm:t>
        <a:bodyPr/>
        <a:lstStyle/>
        <a:p>
          <a:endParaRPr lang="en-US"/>
        </a:p>
      </dgm:t>
    </dgm:pt>
    <dgm:pt modelId="{18D81EC0-1973-4B93-8A37-D696740A3944}">
      <dgm:prSet phldrT="[Text]"/>
      <dgm:spPr/>
      <dgm:t>
        <a:bodyPr/>
        <a:lstStyle/>
        <a:p>
          <a:r>
            <a:rPr lang="en-US"/>
            <a:t>Weight of Image</a:t>
          </a:r>
        </a:p>
      </dgm:t>
    </dgm:pt>
    <dgm:pt modelId="{0CDCF8B0-79E3-4FD0-944F-6CAA61695462}" type="parTrans" cxnId="{BBEE8292-4AF0-4D69-89F8-D9EB61C81D9D}">
      <dgm:prSet/>
      <dgm:spPr/>
      <dgm:t>
        <a:bodyPr/>
        <a:lstStyle/>
        <a:p>
          <a:endParaRPr lang="en-US"/>
        </a:p>
      </dgm:t>
    </dgm:pt>
    <dgm:pt modelId="{B3C77EE2-8106-48A8-A4CD-ECB45A49287C}" type="sibTrans" cxnId="{BBEE8292-4AF0-4D69-89F8-D9EB61C81D9D}">
      <dgm:prSet/>
      <dgm:spPr/>
      <dgm:t>
        <a:bodyPr/>
        <a:lstStyle/>
        <a:p>
          <a:endParaRPr lang="en-US"/>
        </a:p>
      </dgm:t>
    </dgm:pt>
    <dgm:pt modelId="{EB476011-32AD-4D28-AD64-B27E867339B0}">
      <dgm:prSet phldrT="[Text]"/>
      <dgm:spPr/>
      <dgm:t>
        <a:bodyPr/>
        <a:lstStyle/>
        <a:p>
          <a:r>
            <a:rPr lang="en-US"/>
            <a:t>Compare Weight Values</a:t>
          </a:r>
        </a:p>
      </dgm:t>
    </dgm:pt>
    <dgm:pt modelId="{6DCCB3F2-9277-4BD6-B01B-C2374F43C8DB}" type="parTrans" cxnId="{37D69CEA-93AE-4593-AB03-241EA6255882}">
      <dgm:prSet/>
      <dgm:spPr/>
      <dgm:t>
        <a:bodyPr/>
        <a:lstStyle/>
        <a:p>
          <a:endParaRPr lang="en-US"/>
        </a:p>
      </dgm:t>
    </dgm:pt>
    <dgm:pt modelId="{19301123-87C2-4AE8-9A59-41CD526EFEF0}" type="sibTrans" cxnId="{37D69CEA-93AE-4593-AB03-241EA6255882}">
      <dgm:prSet/>
      <dgm:spPr/>
      <dgm:t>
        <a:bodyPr/>
        <a:lstStyle/>
        <a:p>
          <a:endParaRPr lang="en-US"/>
        </a:p>
      </dgm:t>
    </dgm:pt>
    <dgm:pt modelId="{3E18EC01-749E-4791-B65B-489B18DB2077}">
      <dgm:prSet phldrT="[Text]"/>
      <dgm:spPr/>
      <dgm:t>
        <a:bodyPr/>
        <a:lstStyle/>
        <a:p>
          <a:r>
            <a:rPr lang="en-US"/>
            <a:t>Display Outcome</a:t>
          </a:r>
        </a:p>
      </dgm:t>
    </dgm:pt>
    <dgm:pt modelId="{3D7A7F8D-10C8-4BA3-BC3F-440A372A734D}" type="parTrans" cxnId="{3735140E-B61A-4AC7-81A4-A6F5AA3A7DF0}">
      <dgm:prSet/>
      <dgm:spPr/>
      <dgm:t>
        <a:bodyPr/>
        <a:lstStyle/>
        <a:p>
          <a:endParaRPr lang="en-US"/>
        </a:p>
      </dgm:t>
    </dgm:pt>
    <dgm:pt modelId="{CD077542-05E2-43FC-9D24-0696E3C4C414}" type="sibTrans" cxnId="{3735140E-B61A-4AC7-81A4-A6F5AA3A7DF0}">
      <dgm:prSet/>
      <dgm:spPr/>
      <dgm:t>
        <a:bodyPr/>
        <a:lstStyle/>
        <a:p>
          <a:endParaRPr lang="en-US"/>
        </a:p>
      </dgm:t>
    </dgm:pt>
    <dgm:pt modelId="{6C69A263-9405-4A56-BFFA-3B0C99AC837C}">
      <dgm:prSet phldrT="[Text]"/>
      <dgm:spPr/>
      <dgm:t>
        <a:bodyPr/>
        <a:lstStyle/>
        <a:p>
          <a:r>
            <a:rPr lang="en-US"/>
            <a:t>End</a:t>
          </a:r>
        </a:p>
      </dgm:t>
    </dgm:pt>
    <dgm:pt modelId="{96F0834C-41F8-4BCE-BE6A-FF0B53F7EDEB}" type="parTrans" cxnId="{6E361BA2-8352-4BFA-8B43-B324B43346E9}">
      <dgm:prSet/>
      <dgm:spPr/>
      <dgm:t>
        <a:bodyPr/>
        <a:lstStyle/>
        <a:p>
          <a:endParaRPr lang="en-US"/>
        </a:p>
      </dgm:t>
    </dgm:pt>
    <dgm:pt modelId="{323E4FAF-84FC-458A-BC45-F4590495643F}" type="sibTrans" cxnId="{6E361BA2-8352-4BFA-8B43-B324B43346E9}">
      <dgm:prSet/>
      <dgm:spPr/>
      <dgm:t>
        <a:bodyPr/>
        <a:lstStyle/>
        <a:p>
          <a:endParaRPr lang="en-US"/>
        </a:p>
      </dgm:t>
    </dgm:pt>
    <dgm:pt modelId="{EE9953E8-6357-44B8-AD20-A064450B9956}" type="pres">
      <dgm:prSet presAssocID="{F6EE58A6-8743-4A39-9CA8-CCDB7B5E0838}" presName="Name0" presStyleCnt="0">
        <dgm:presLayoutVars>
          <dgm:dir/>
          <dgm:animLvl val="lvl"/>
          <dgm:resizeHandles val="exact"/>
        </dgm:presLayoutVars>
      </dgm:prSet>
      <dgm:spPr/>
    </dgm:pt>
    <dgm:pt modelId="{8170B54E-9D2B-4F2F-BAEE-772B46A43DCF}" type="pres">
      <dgm:prSet presAssocID="{6C69A263-9405-4A56-BFFA-3B0C99AC837C}" presName="boxAndChildren" presStyleCnt="0"/>
      <dgm:spPr/>
    </dgm:pt>
    <dgm:pt modelId="{67679800-F882-4AB3-8BF9-8C781E906E78}" type="pres">
      <dgm:prSet presAssocID="{6C69A263-9405-4A56-BFFA-3B0C99AC837C}" presName="parentTextBox" presStyleLbl="node1" presStyleIdx="0" presStyleCnt="9" custScaleX="16429" custScaleY="85412"/>
      <dgm:spPr/>
      <dgm:t>
        <a:bodyPr/>
        <a:lstStyle/>
        <a:p>
          <a:endParaRPr lang="en-US"/>
        </a:p>
      </dgm:t>
    </dgm:pt>
    <dgm:pt modelId="{B65F9535-B730-4418-986E-A5F66800025B}" type="pres">
      <dgm:prSet presAssocID="{CD077542-05E2-43FC-9D24-0696E3C4C414}" presName="sp" presStyleCnt="0"/>
      <dgm:spPr/>
    </dgm:pt>
    <dgm:pt modelId="{AAB9B2A4-7ABE-4D5D-A13E-F306F2669723}" type="pres">
      <dgm:prSet presAssocID="{3E18EC01-749E-4791-B65B-489B18DB2077}" presName="arrowAndChildren" presStyleCnt="0"/>
      <dgm:spPr/>
    </dgm:pt>
    <dgm:pt modelId="{4983568A-41A9-4BD4-B25C-730D003463FC}" type="pres">
      <dgm:prSet presAssocID="{3E18EC01-749E-4791-B65B-489B18DB2077}" presName="parentTextArrow" presStyleLbl="node1" presStyleIdx="1" presStyleCnt="9" custScaleX="28857" custScaleY="97857"/>
      <dgm:spPr/>
      <dgm:t>
        <a:bodyPr/>
        <a:lstStyle/>
        <a:p>
          <a:endParaRPr lang="en-US"/>
        </a:p>
      </dgm:t>
    </dgm:pt>
    <dgm:pt modelId="{6DB71009-C249-47DC-921C-AE08C251B45B}" type="pres">
      <dgm:prSet presAssocID="{19301123-87C2-4AE8-9A59-41CD526EFEF0}" presName="sp" presStyleCnt="0"/>
      <dgm:spPr/>
    </dgm:pt>
    <dgm:pt modelId="{58F6BC79-E109-4C21-B786-F80D06CFFFBC}" type="pres">
      <dgm:prSet presAssocID="{EB476011-32AD-4D28-AD64-B27E867339B0}" presName="arrowAndChildren" presStyleCnt="0"/>
      <dgm:spPr/>
    </dgm:pt>
    <dgm:pt modelId="{B0828398-1942-4D72-AD02-193BF6443CF9}" type="pres">
      <dgm:prSet presAssocID="{EB476011-32AD-4D28-AD64-B27E867339B0}" presName="parentTextArrow" presStyleLbl="node1" presStyleIdx="2" presStyleCnt="9" custScaleX="34664" custScaleY="98126"/>
      <dgm:spPr/>
      <dgm:t>
        <a:bodyPr/>
        <a:lstStyle/>
        <a:p>
          <a:endParaRPr lang="en-US"/>
        </a:p>
      </dgm:t>
    </dgm:pt>
    <dgm:pt modelId="{B56F7104-5E4E-4BBF-962B-7A559FB13D57}" type="pres">
      <dgm:prSet presAssocID="{B3C77EE2-8106-48A8-A4CD-ECB45A49287C}" presName="sp" presStyleCnt="0"/>
      <dgm:spPr/>
    </dgm:pt>
    <dgm:pt modelId="{90343556-6DB7-4806-A500-DFD2D2BF387B}" type="pres">
      <dgm:prSet presAssocID="{18D81EC0-1973-4B93-8A37-D696740A3944}" presName="arrowAndChildren" presStyleCnt="0"/>
      <dgm:spPr/>
    </dgm:pt>
    <dgm:pt modelId="{27BF71EB-509E-40AE-A91D-C91318AFBAAB}" type="pres">
      <dgm:prSet presAssocID="{18D81EC0-1973-4B93-8A37-D696740A3944}" presName="parentTextArrow" presStyleLbl="node1" presStyleIdx="3" presStyleCnt="9" custScaleX="28494" custScaleY="95437"/>
      <dgm:spPr/>
      <dgm:t>
        <a:bodyPr/>
        <a:lstStyle/>
        <a:p>
          <a:endParaRPr lang="en-US"/>
        </a:p>
      </dgm:t>
    </dgm:pt>
    <dgm:pt modelId="{039FF6DE-5AE9-4E5F-961C-6C220A72D0DA}" type="pres">
      <dgm:prSet presAssocID="{1D6D3F7C-D78C-4BB5-91AE-FA3556839E63}" presName="sp" presStyleCnt="0"/>
      <dgm:spPr/>
    </dgm:pt>
    <dgm:pt modelId="{FC065E43-3B10-4E09-B36A-FF21D634363A}" type="pres">
      <dgm:prSet presAssocID="{15E45F15-084A-4258-B6DE-2F26AB521C99}" presName="arrowAndChildren" presStyleCnt="0"/>
      <dgm:spPr/>
    </dgm:pt>
    <dgm:pt modelId="{168EB795-E9C4-435C-A732-ADE4523DB170}" type="pres">
      <dgm:prSet presAssocID="{15E45F15-084A-4258-B6DE-2F26AB521C99}" presName="parentTextArrow" presStyleLbl="node1" presStyleIdx="4" presStyleCnt="9" custScaleX="25227" custScaleY="76045"/>
      <dgm:spPr/>
      <dgm:t>
        <a:bodyPr/>
        <a:lstStyle/>
        <a:p>
          <a:endParaRPr lang="en-US"/>
        </a:p>
      </dgm:t>
    </dgm:pt>
    <dgm:pt modelId="{3A8D3375-AE41-44BD-BE1D-CEB4499F2EFE}" type="pres">
      <dgm:prSet presAssocID="{E1523B07-FF90-4A9E-9D5E-42B69C7F48BE}" presName="sp" presStyleCnt="0"/>
      <dgm:spPr/>
    </dgm:pt>
    <dgm:pt modelId="{AE573057-884B-4F4B-887B-1C3F84C0A6F9}" type="pres">
      <dgm:prSet presAssocID="{1BE25A0D-A050-41F1-AF8E-584CAD6F945D}" presName="arrowAndChildren" presStyleCnt="0"/>
      <dgm:spPr/>
    </dgm:pt>
    <dgm:pt modelId="{3781B7BC-68A4-4B67-9156-416ECBF8F903}" type="pres">
      <dgm:prSet presAssocID="{1BE25A0D-A050-41F1-AF8E-584CAD6F945D}" presName="parentTextArrow" presStyleLbl="node1" presStyleIdx="5" presStyleCnt="9" custScaleX="36380"/>
      <dgm:spPr/>
      <dgm:t>
        <a:bodyPr/>
        <a:lstStyle/>
        <a:p>
          <a:endParaRPr lang="en-US"/>
        </a:p>
      </dgm:t>
    </dgm:pt>
    <dgm:pt modelId="{CB964B6C-B972-4075-9359-391CF7F9407F}" type="pres">
      <dgm:prSet presAssocID="{219C6C26-D196-4369-8F5B-D52717D428BC}" presName="sp" presStyleCnt="0"/>
      <dgm:spPr/>
    </dgm:pt>
    <dgm:pt modelId="{850AC1B5-87E0-42EB-B046-65350AD71624}" type="pres">
      <dgm:prSet presAssocID="{E89796E1-F330-4E29-B6EA-46EDDEB888FD}" presName="arrowAndChildren" presStyleCnt="0"/>
      <dgm:spPr/>
    </dgm:pt>
    <dgm:pt modelId="{E5C685B1-029E-43D4-ABFF-260FBE2A5862}" type="pres">
      <dgm:prSet presAssocID="{E89796E1-F330-4E29-B6EA-46EDDEB888FD}" presName="parentTextArrow" presStyleLbl="node1" presStyleIdx="6" presStyleCnt="9" custScaleX="41499"/>
      <dgm:spPr/>
      <dgm:t>
        <a:bodyPr/>
        <a:lstStyle/>
        <a:p>
          <a:endParaRPr lang="en-US"/>
        </a:p>
      </dgm:t>
    </dgm:pt>
    <dgm:pt modelId="{B4BDC03F-53CE-4B3D-8132-C0B6B1C9D848}" type="pres">
      <dgm:prSet presAssocID="{0EC0C095-38F3-4080-98AE-620B6397815D}" presName="sp" presStyleCnt="0"/>
      <dgm:spPr/>
    </dgm:pt>
    <dgm:pt modelId="{A88DB69E-C1EF-443E-BEFA-99F221A0FE7D}" type="pres">
      <dgm:prSet presAssocID="{6596B10F-9130-4917-A13D-50EDECA81D99}" presName="arrowAndChildren" presStyleCnt="0"/>
      <dgm:spPr/>
    </dgm:pt>
    <dgm:pt modelId="{4AD74DBD-026E-4EBC-910C-815CF33F6702}" type="pres">
      <dgm:prSet presAssocID="{6596B10F-9130-4917-A13D-50EDECA81D99}" presName="parentTextArrow" presStyleLbl="node1" presStyleIdx="7" presStyleCnt="9" custScaleX="34552" custScaleY="70762"/>
      <dgm:spPr/>
      <dgm:t>
        <a:bodyPr/>
        <a:lstStyle/>
        <a:p>
          <a:endParaRPr lang="en-US"/>
        </a:p>
      </dgm:t>
    </dgm:pt>
    <dgm:pt modelId="{3C0A7323-D744-4026-A01A-1B5304B9B1A4}" type="pres">
      <dgm:prSet presAssocID="{BC01B9B0-C6A4-412C-A493-A7DD074F4165}" presName="sp" presStyleCnt="0"/>
      <dgm:spPr/>
    </dgm:pt>
    <dgm:pt modelId="{00972E5D-39AA-4E34-8F27-865522E61039}" type="pres">
      <dgm:prSet presAssocID="{067EB54E-2089-4CEA-9DFC-2ABE62867116}" presName="arrowAndChildren" presStyleCnt="0"/>
      <dgm:spPr/>
    </dgm:pt>
    <dgm:pt modelId="{E466402C-5BC5-44EC-8FDF-2337440DCB69}" type="pres">
      <dgm:prSet presAssocID="{067EB54E-2089-4CEA-9DFC-2ABE62867116}" presName="parentTextArrow" presStyleLbl="node1" presStyleIdx="8" presStyleCnt="9" custScaleX="27605"/>
      <dgm:spPr/>
      <dgm:t>
        <a:bodyPr/>
        <a:lstStyle/>
        <a:p>
          <a:endParaRPr lang="en-US"/>
        </a:p>
      </dgm:t>
    </dgm:pt>
  </dgm:ptLst>
  <dgm:cxnLst>
    <dgm:cxn modelId="{D0E9C808-A98B-46C0-9CE8-F814475C9B22}" type="presOf" srcId="{EB476011-32AD-4D28-AD64-B27E867339B0}" destId="{B0828398-1942-4D72-AD02-193BF6443CF9}" srcOrd="0" destOrd="0" presId="urn:microsoft.com/office/officeart/2005/8/layout/process4"/>
    <dgm:cxn modelId="{975FEF8D-F13A-4AF4-AB3C-22F14A12E18B}" srcId="{F6EE58A6-8743-4A39-9CA8-CCDB7B5E0838}" destId="{15E45F15-084A-4258-B6DE-2F26AB521C99}" srcOrd="4" destOrd="0" parTransId="{D5355B5E-14D5-4AFB-A433-4DD9BDC06088}" sibTransId="{1D6D3F7C-D78C-4BB5-91AE-FA3556839E63}"/>
    <dgm:cxn modelId="{88E6798F-0CB9-41D4-BBB2-D2B49572FC1D}" srcId="{F6EE58A6-8743-4A39-9CA8-CCDB7B5E0838}" destId="{E89796E1-F330-4E29-B6EA-46EDDEB888FD}" srcOrd="2" destOrd="0" parTransId="{3BFF9CEF-29A3-4573-B9A2-3E385B04CBF0}" sibTransId="{219C6C26-D196-4369-8F5B-D52717D428BC}"/>
    <dgm:cxn modelId="{9A8379B9-3BA2-410B-9803-FB75B7DB02E4}" type="presOf" srcId="{3E18EC01-749E-4791-B65B-489B18DB2077}" destId="{4983568A-41A9-4BD4-B25C-730D003463FC}" srcOrd="0" destOrd="0" presId="urn:microsoft.com/office/officeart/2005/8/layout/process4"/>
    <dgm:cxn modelId="{C192F89D-37A0-42BE-8B5F-8A0BF35E0E2D}" type="presOf" srcId="{15E45F15-084A-4258-B6DE-2F26AB521C99}" destId="{168EB795-E9C4-435C-A732-ADE4523DB170}" srcOrd="0" destOrd="0" presId="urn:microsoft.com/office/officeart/2005/8/layout/process4"/>
    <dgm:cxn modelId="{99B6FAEB-4862-42A4-B1B9-F5D3C18FCFBB}" type="presOf" srcId="{1BE25A0D-A050-41F1-AF8E-584CAD6F945D}" destId="{3781B7BC-68A4-4B67-9156-416ECBF8F903}" srcOrd="0" destOrd="0" presId="urn:microsoft.com/office/officeart/2005/8/layout/process4"/>
    <dgm:cxn modelId="{4FA31B2D-FFEE-48D3-8258-63178B4F6B12}" type="presOf" srcId="{E89796E1-F330-4E29-B6EA-46EDDEB888FD}" destId="{E5C685B1-029E-43D4-ABFF-260FBE2A5862}" srcOrd="0" destOrd="0" presId="urn:microsoft.com/office/officeart/2005/8/layout/process4"/>
    <dgm:cxn modelId="{4063B750-3C3D-4415-94B4-8BACA4338A95}" srcId="{F6EE58A6-8743-4A39-9CA8-CCDB7B5E0838}" destId="{6596B10F-9130-4917-A13D-50EDECA81D99}" srcOrd="1" destOrd="0" parTransId="{FEA0EF03-8181-47D5-B779-82D922C45682}" sibTransId="{0EC0C095-38F3-4080-98AE-620B6397815D}"/>
    <dgm:cxn modelId="{3735140E-B61A-4AC7-81A4-A6F5AA3A7DF0}" srcId="{F6EE58A6-8743-4A39-9CA8-CCDB7B5E0838}" destId="{3E18EC01-749E-4791-B65B-489B18DB2077}" srcOrd="7" destOrd="0" parTransId="{3D7A7F8D-10C8-4BA3-BC3F-440A372A734D}" sibTransId="{CD077542-05E2-43FC-9D24-0696E3C4C414}"/>
    <dgm:cxn modelId="{5848AD80-660C-4D04-8C1B-930049393434}" type="presOf" srcId="{18D81EC0-1973-4B93-8A37-D696740A3944}" destId="{27BF71EB-509E-40AE-A91D-C91318AFBAAB}" srcOrd="0" destOrd="0" presId="urn:microsoft.com/office/officeart/2005/8/layout/process4"/>
    <dgm:cxn modelId="{BBEE8292-4AF0-4D69-89F8-D9EB61C81D9D}" srcId="{F6EE58A6-8743-4A39-9CA8-CCDB7B5E0838}" destId="{18D81EC0-1973-4B93-8A37-D696740A3944}" srcOrd="5" destOrd="0" parTransId="{0CDCF8B0-79E3-4FD0-944F-6CAA61695462}" sibTransId="{B3C77EE2-8106-48A8-A4CD-ECB45A49287C}"/>
    <dgm:cxn modelId="{3A0440EC-629B-40D3-9A38-92684921F700}" type="presOf" srcId="{067EB54E-2089-4CEA-9DFC-2ABE62867116}" destId="{E466402C-5BC5-44EC-8FDF-2337440DCB69}" srcOrd="0" destOrd="0" presId="urn:microsoft.com/office/officeart/2005/8/layout/process4"/>
    <dgm:cxn modelId="{9A2409CD-FA01-44B9-9B51-D7DD0E2DC0F6}" srcId="{F6EE58A6-8743-4A39-9CA8-CCDB7B5E0838}" destId="{067EB54E-2089-4CEA-9DFC-2ABE62867116}" srcOrd="0" destOrd="0" parTransId="{86DBD500-A751-459E-824E-AFA8ED2AA2EA}" sibTransId="{BC01B9B0-C6A4-412C-A493-A7DD074F4165}"/>
    <dgm:cxn modelId="{A46D533A-69F3-4CF3-9CF8-73DFDAAFD429}" type="presOf" srcId="{F6EE58A6-8743-4A39-9CA8-CCDB7B5E0838}" destId="{EE9953E8-6357-44B8-AD20-A064450B9956}" srcOrd="0" destOrd="0" presId="urn:microsoft.com/office/officeart/2005/8/layout/process4"/>
    <dgm:cxn modelId="{37D69CEA-93AE-4593-AB03-241EA6255882}" srcId="{F6EE58A6-8743-4A39-9CA8-CCDB7B5E0838}" destId="{EB476011-32AD-4D28-AD64-B27E867339B0}" srcOrd="6" destOrd="0" parTransId="{6DCCB3F2-9277-4BD6-B01B-C2374F43C8DB}" sibTransId="{19301123-87C2-4AE8-9A59-41CD526EFEF0}"/>
    <dgm:cxn modelId="{6E361BA2-8352-4BFA-8B43-B324B43346E9}" srcId="{F6EE58A6-8743-4A39-9CA8-CCDB7B5E0838}" destId="{6C69A263-9405-4A56-BFFA-3B0C99AC837C}" srcOrd="8" destOrd="0" parTransId="{96F0834C-41F8-4BCE-BE6A-FF0B53F7EDEB}" sibTransId="{323E4FAF-84FC-458A-BC45-F4590495643F}"/>
    <dgm:cxn modelId="{DED6DB35-80F8-4CE0-A172-213CB1EAF53F}" srcId="{F6EE58A6-8743-4A39-9CA8-CCDB7B5E0838}" destId="{1BE25A0D-A050-41F1-AF8E-584CAD6F945D}" srcOrd="3" destOrd="0" parTransId="{015B8D49-428F-4603-93BC-822EBB393257}" sibTransId="{E1523B07-FF90-4A9E-9D5E-42B69C7F48BE}"/>
    <dgm:cxn modelId="{A3CB4C93-D65B-4126-B916-AF880CED412B}" type="presOf" srcId="{6C69A263-9405-4A56-BFFA-3B0C99AC837C}" destId="{67679800-F882-4AB3-8BF9-8C781E906E78}" srcOrd="0" destOrd="0" presId="urn:microsoft.com/office/officeart/2005/8/layout/process4"/>
    <dgm:cxn modelId="{36ABDDBE-C8D4-466E-BF41-987B10FDA0A0}" type="presOf" srcId="{6596B10F-9130-4917-A13D-50EDECA81D99}" destId="{4AD74DBD-026E-4EBC-910C-815CF33F6702}" srcOrd="0" destOrd="0" presId="urn:microsoft.com/office/officeart/2005/8/layout/process4"/>
    <dgm:cxn modelId="{AF60204C-F04F-4D75-B007-91F85E6669F9}" type="presParOf" srcId="{EE9953E8-6357-44B8-AD20-A064450B9956}" destId="{8170B54E-9D2B-4F2F-BAEE-772B46A43DCF}" srcOrd="0" destOrd="0" presId="urn:microsoft.com/office/officeart/2005/8/layout/process4"/>
    <dgm:cxn modelId="{D8EE612B-B4DF-46B8-9637-ACDDDC43D566}" type="presParOf" srcId="{8170B54E-9D2B-4F2F-BAEE-772B46A43DCF}" destId="{67679800-F882-4AB3-8BF9-8C781E906E78}" srcOrd="0" destOrd="0" presId="urn:microsoft.com/office/officeart/2005/8/layout/process4"/>
    <dgm:cxn modelId="{F66A4D84-6E7D-4A13-A98A-7207A491F7E0}" type="presParOf" srcId="{EE9953E8-6357-44B8-AD20-A064450B9956}" destId="{B65F9535-B730-4418-986E-A5F66800025B}" srcOrd="1" destOrd="0" presId="urn:microsoft.com/office/officeart/2005/8/layout/process4"/>
    <dgm:cxn modelId="{A14610D6-6246-4E98-8FB1-0B5A3FCBAC9A}" type="presParOf" srcId="{EE9953E8-6357-44B8-AD20-A064450B9956}" destId="{AAB9B2A4-7ABE-4D5D-A13E-F306F2669723}" srcOrd="2" destOrd="0" presId="urn:microsoft.com/office/officeart/2005/8/layout/process4"/>
    <dgm:cxn modelId="{917C9DC8-615A-431B-B881-DCAACB59F38F}" type="presParOf" srcId="{AAB9B2A4-7ABE-4D5D-A13E-F306F2669723}" destId="{4983568A-41A9-4BD4-B25C-730D003463FC}" srcOrd="0" destOrd="0" presId="urn:microsoft.com/office/officeart/2005/8/layout/process4"/>
    <dgm:cxn modelId="{A67C7827-836C-4E3A-BBAE-AEF7A91CB792}" type="presParOf" srcId="{EE9953E8-6357-44B8-AD20-A064450B9956}" destId="{6DB71009-C249-47DC-921C-AE08C251B45B}" srcOrd="3" destOrd="0" presId="urn:microsoft.com/office/officeart/2005/8/layout/process4"/>
    <dgm:cxn modelId="{D108F6AC-FCE5-4A67-9D0F-58FC6231D408}" type="presParOf" srcId="{EE9953E8-6357-44B8-AD20-A064450B9956}" destId="{58F6BC79-E109-4C21-B786-F80D06CFFFBC}" srcOrd="4" destOrd="0" presId="urn:microsoft.com/office/officeart/2005/8/layout/process4"/>
    <dgm:cxn modelId="{1777FAD2-9B08-4FE4-BFEE-FA296E166A84}" type="presParOf" srcId="{58F6BC79-E109-4C21-B786-F80D06CFFFBC}" destId="{B0828398-1942-4D72-AD02-193BF6443CF9}" srcOrd="0" destOrd="0" presId="urn:microsoft.com/office/officeart/2005/8/layout/process4"/>
    <dgm:cxn modelId="{0F3A1C54-EC9F-4025-A1E8-D7FF7382C161}" type="presParOf" srcId="{EE9953E8-6357-44B8-AD20-A064450B9956}" destId="{B56F7104-5E4E-4BBF-962B-7A559FB13D57}" srcOrd="5" destOrd="0" presId="urn:microsoft.com/office/officeart/2005/8/layout/process4"/>
    <dgm:cxn modelId="{5E509E3B-FF49-4903-B0E6-254654E56C7A}" type="presParOf" srcId="{EE9953E8-6357-44B8-AD20-A064450B9956}" destId="{90343556-6DB7-4806-A500-DFD2D2BF387B}" srcOrd="6" destOrd="0" presId="urn:microsoft.com/office/officeart/2005/8/layout/process4"/>
    <dgm:cxn modelId="{266A395D-260C-40A1-87E0-7B04A286A45F}" type="presParOf" srcId="{90343556-6DB7-4806-A500-DFD2D2BF387B}" destId="{27BF71EB-509E-40AE-A91D-C91318AFBAAB}" srcOrd="0" destOrd="0" presId="urn:microsoft.com/office/officeart/2005/8/layout/process4"/>
    <dgm:cxn modelId="{76F242CF-05EF-4477-B366-66CF967404C1}" type="presParOf" srcId="{EE9953E8-6357-44B8-AD20-A064450B9956}" destId="{039FF6DE-5AE9-4E5F-961C-6C220A72D0DA}" srcOrd="7" destOrd="0" presId="urn:microsoft.com/office/officeart/2005/8/layout/process4"/>
    <dgm:cxn modelId="{C8518F5C-D4BF-4AD3-B38C-25A98A506F62}" type="presParOf" srcId="{EE9953E8-6357-44B8-AD20-A064450B9956}" destId="{FC065E43-3B10-4E09-B36A-FF21D634363A}" srcOrd="8" destOrd="0" presId="urn:microsoft.com/office/officeart/2005/8/layout/process4"/>
    <dgm:cxn modelId="{503F5ECC-0DEF-4819-AD01-3FA49564249F}" type="presParOf" srcId="{FC065E43-3B10-4E09-B36A-FF21D634363A}" destId="{168EB795-E9C4-435C-A732-ADE4523DB170}" srcOrd="0" destOrd="0" presId="urn:microsoft.com/office/officeart/2005/8/layout/process4"/>
    <dgm:cxn modelId="{FD7C5A87-175B-4DBC-8FD1-A6D277448864}" type="presParOf" srcId="{EE9953E8-6357-44B8-AD20-A064450B9956}" destId="{3A8D3375-AE41-44BD-BE1D-CEB4499F2EFE}" srcOrd="9" destOrd="0" presId="urn:microsoft.com/office/officeart/2005/8/layout/process4"/>
    <dgm:cxn modelId="{5F758978-7143-41C5-B2CA-25CA841E440D}" type="presParOf" srcId="{EE9953E8-6357-44B8-AD20-A064450B9956}" destId="{AE573057-884B-4F4B-887B-1C3F84C0A6F9}" srcOrd="10" destOrd="0" presId="urn:microsoft.com/office/officeart/2005/8/layout/process4"/>
    <dgm:cxn modelId="{10527A76-218A-45CB-8792-9AE307D7CF79}" type="presParOf" srcId="{AE573057-884B-4F4B-887B-1C3F84C0A6F9}" destId="{3781B7BC-68A4-4B67-9156-416ECBF8F903}" srcOrd="0" destOrd="0" presId="urn:microsoft.com/office/officeart/2005/8/layout/process4"/>
    <dgm:cxn modelId="{7B39D537-A852-4E38-81E5-57A159F1122C}" type="presParOf" srcId="{EE9953E8-6357-44B8-AD20-A064450B9956}" destId="{CB964B6C-B972-4075-9359-391CF7F9407F}" srcOrd="11" destOrd="0" presId="urn:microsoft.com/office/officeart/2005/8/layout/process4"/>
    <dgm:cxn modelId="{BCB97A76-14A2-4187-9C51-BFA1D91A9EEF}" type="presParOf" srcId="{EE9953E8-6357-44B8-AD20-A064450B9956}" destId="{850AC1B5-87E0-42EB-B046-65350AD71624}" srcOrd="12" destOrd="0" presId="urn:microsoft.com/office/officeart/2005/8/layout/process4"/>
    <dgm:cxn modelId="{E94B6662-9159-486F-A3B8-5D3CBE2AE3CA}" type="presParOf" srcId="{850AC1B5-87E0-42EB-B046-65350AD71624}" destId="{E5C685B1-029E-43D4-ABFF-260FBE2A5862}" srcOrd="0" destOrd="0" presId="urn:microsoft.com/office/officeart/2005/8/layout/process4"/>
    <dgm:cxn modelId="{A83D1A82-223C-4586-968A-55A7AD3F689B}" type="presParOf" srcId="{EE9953E8-6357-44B8-AD20-A064450B9956}" destId="{B4BDC03F-53CE-4B3D-8132-C0B6B1C9D848}" srcOrd="13" destOrd="0" presId="urn:microsoft.com/office/officeart/2005/8/layout/process4"/>
    <dgm:cxn modelId="{A542682D-67F8-4A22-B9B6-F8C20914F296}" type="presParOf" srcId="{EE9953E8-6357-44B8-AD20-A064450B9956}" destId="{A88DB69E-C1EF-443E-BEFA-99F221A0FE7D}" srcOrd="14" destOrd="0" presId="urn:microsoft.com/office/officeart/2005/8/layout/process4"/>
    <dgm:cxn modelId="{F51396D7-5528-4783-B570-1ACECEE7C35C}" type="presParOf" srcId="{A88DB69E-C1EF-443E-BEFA-99F221A0FE7D}" destId="{4AD74DBD-026E-4EBC-910C-815CF33F6702}" srcOrd="0" destOrd="0" presId="urn:microsoft.com/office/officeart/2005/8/layout/process4"/>
    <dgm:cxn modelId="{DE9A85D0-A161-43F2-9A48-B96C14DC2A99}" type="presParOf" srcId="{EE9953E8-6357-44B8-AD20-A064450B9956}" destId="{3C0A7323-D744-4026-A01A-1B5304B9B1A4}" srcOrd="15" destOrd="0" presId="urn:microsoft.com/office/officeart/2005/8/layout/process4"/>
    <dgm:cxn modelId="{32C22064-0BA7-421A-8C32-CF3D35A7825C}" type="presParOf" srcId="{EE9953E8-6357-44B8-AD20-A064450B9956}" destId="{00972E5D-39AA-4E34-8F27-865522E61039}" srcOrd="16" destOrd="0" presId="urn:microsoft.com/office/officeart/2005/8/layout/process4"/>
    <dgm:cxn modelId="{19BCA529-9F96-46E0-A707-BF08B03FDA17}" type="presParOf" srcId="{00972E5D-39AA-4E34-8F27-865522E61039}" destId="{E466402C-5BC5-44EC-8FDF-2337440DCB69}"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21CAB1-DFA2-4A6A-A25E-87ADE193003A}">
      <dsp:nvSpPr>
        <dsp:cNvPr id="0" name=""/>
        <dsp:cNvSpPr/>
      </dsp:nvSpPr>
      <dsp:spPr>
        <a:xfrm>
          <a:off x="3112438" y="1795"/>
          <a:ext cx="2004723" cy="532043"/>
        </a:xfrm>
        <a:prstGeom prst="roundRect">
          <a:avLst>
            <a:gd name="adj" fmla="val 10000"/>
          </a:avLst>
        </a:prstGeom>
        <a:gradFill rotWithShape="0">
          <a:gsLst>
            <a:gs pos="0">
              <a:schemeClr val="accent2">
                <a:hueOff val="0"/>
                <a:satOff val="0"/>
                <a:lumOff val="0"/>
                <a:alphaOff val="0"/>
                <a:shade val="15000"/>
                <a:satMod val="180000"/>
              </a:schemeClr>
            </a:gs>
            <a:gs pos="50000">
              <a:schemeClr val="accent2">
                <a:hueOff val="0"/>
                <a:satOff val="0"/>
                <a:lumOff val="0"/>
                <a:alphaOff val="0"/>
                <a:shade val="45000"/>
                <a:satMod val="170000"/>
              </a:schemeClr>
            </a:gs>
            <a:gs pos="70000">
              <a:schemeClr val="accent2">
                <a:hueOff val="0"/>
                <a:satOff val="0"/>
                <a:lumOff val="0"/>
                <a:alphaOff val="0"/>
                <a:tint val="99000"/>
                <a:shade val="65000"/>
                <a:satMod val="155000"/>
              </a:schemeClr>
            </a:gs>
            <a:gs pos="100000">
              <a:schemeClr val="accent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GB" sz="1400" kern="1200"/>
            <a:t>Study &amp; History</a:t>
          </a:r>
        </a:p>
      </dsp:txBody>
      <dsp:txXfrm>
        <a:off x="3128021" y="17378"/>
        <a:ext cx="1973557" cy="500877"/>
      </dsp:txXfrm>
    </dsp:sp>
    <dsp:sp modelId="{B3B69CF5-5A4F-42A8-B10D-B879783BC79D}">
      <dsp:nvSpPr>
        <dsp:cNvPr id="0" name=""/>
        <dsp:cNvSpPr/>
      </dsp:nvSpPr>
      <dsp:spPr>
        <a:xfrm rot="5400000">
          <a:off x="4015041" y="547140"/>
          <a:ext cx="199516" cy="239419"/>
        </a:xfrm>
        <a:prstGeom prst="rightArrow">
          <a:avLst>
            <a:gd name="adj1" fmla="val 60000"/>
            <a:gd name="adj2" fmla="val 50000"/>
          </a:avLst>
        </a:prstGeom>
        <a:solidFill>
          <a:schemeClr val="accent2">
            <a:hueOff val="0"/>
            <a:satOff val="0"/>
            <a:lumOff val="0"/>
            <a:alphaOff val="0"/>
          </a:schemeClr>
        </a:solidFill>
        <a:ln>
          <a:noFill/>
        </a:ln>
        <a:effectLst>
          <a:outerShdw blurRad="50800" dist="381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GB" sz="700" kern="1200"/>
        </a:p>
      </dsp:txBody>
      <dsp:txXfrm rot="-5400000">
        <a:off x="4042974" y="567092"/>
        <a:ext cx="143651" cy="139661"/>
      </dsp:txXfrm>
    </dsp:sp>
    <dsp:sp modelId="{EAD0B955-37E9-4EFB-B84A-741845D1F966}">
      <dsp:nvSpPr>
        <dsp:cNvPr id="0" name=""/>
        <dsp:cNvSpPr/>
      </dsp:nvSpPr>
      <dsp:spPr>
        <a:xfrm>
          <a:off x="3112438" y="799861"/>
          <a:ext cx="2004723" cy="532043"/>
        </a:xfrm>
        <a:prstGeom prst="roundRect">
          <a:avLst>
            <a:gd name="adj" fmla="val 10000"/>
          </a:avLst>
        </a:prstGeom>
        <a:gradFill rotWithShape="0">
          <a:gsLst>
            <a:gs pos="0">
              <a:schemeClr val="accent3">
                <a:hueOff val="0"/>
                <a:satOff val="0"/>
                <a:lumOff val="0"/>
                <a:alphaOff val="0"/>
                <a:shade val="15000"/>
                <a:satMod val="180000"/>
              </a:schemeClr>
            </a:gs>
            <a:gs pos="50000">
              <a:schemeClr val="accent3">
                <a:hueOff val="0"/>
                <a:satOff val="0"/>
                <a:lumOff val="0"/>
                <a:alphaOff val="0"/>
                <a:shade val="45000"/>
                <a:satMod val="170000"/>
              </a:schemeClr>
            </a:gs>
            <a:gs pos="70000">
              <a:schemeClr val="accent3">
                <a:hueOff val="0"/>
                <a:satOff val="0"/>
                <a:lumOff val="0"/>
                <a:alphaOff val="0"/>
                <a:tint val="99000"/>
                <a:shade val="65000"/>
                <a:satMod val="155000"/>
              </a:schemeClr>
            </a:gs>
            <a:gs pos="100000">
              <a:schemeClr val="accent3">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GB" sz="1400" kern="1200"/>
            <a:t>Role &amp; Strategy</a:t>
          </a:r>
        </a:p>
      </dsp:txBody>
      <dsp:txXfrm>
        <a:off x="3128021" y="815444"/>
        <a:ext cx="1973557" cy="500877"/>
      </dsp:txXfrm>
    </dsp:sp>
    <dsp:sp modelId="{D90F60CA-5BD5-4868-829B-DEE648392C4C}">
      <dsp:nvSpPr>
        <dsp:cNvPr id="0" name=""/>
        <dsp:cNvSpPr/>
      </dsp:nvSpPr>
      <dsp:spPr>
        <a:xfrm rot="5400000">
          <a:off x="4015041" y="1345205"/>
          <a:ext cx="199516" cy="239419"/>
        </a:xfrm>
        <a:prstGeom prst="rightArrow">
          <a:avLst>
            <a:gd name="adj1" fmla="val 60000"/>
            <a:gd name="adj2" fmla="val 50000"/>
          </a:avLst>
        </a:prstGeom>
        <a:solidFill>
          <a:schemeClr val="accent3">
            <a:hueOff val="0"/>
            <a:satOff val="0"/>
            <a:lumOff val="0"/>
            <a:alphaOff val="0"/>
          </a:schemeClr>
        </a:solidFill>
        <a:ln>
          <a:noFill/>
        </a:ln>
        <a:effectLst>
          <a:outerShdw blurRad="50800" dist="381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GB" sz="700" kern="1200"/>
        </a:p>
      </dsp:txBody>
      <dsp:txXfrm rot="-5400000">
        <a:off x="4042974" y="1365157"/>
        <a:ext cx="143651" cy="139661"/>
      </dsp:txXfrm>
    </dsp:sp>
    <dsp:sp modelId="{68627771-234E-463C-9476-40EE8D3555EA}">
      <dsp:nvSpPr>
        <dsp:cNvPr id="0" name=""/>
        <dsp:cNvSpPr/>
      </dsp:nvSpPr>
      <dsp:spPr>
        <a:xfrm>
          <a:off x="3112438" y="1597926"/>
          <a:ext cx="2004723" cy="532043"/>
        </a:xfrm>
        <a:prstGeom prst="roundRect">
          <a:avLst>
            <a:gd name="adj" fmla="val 10000"/>
          </a:avLst>
        </a:prstGeom>
        <a:gradFill rotWithShape="0">
          <a:gsLst>
            <a:gs pos="0">
              <a:schemeClr val="accent4">
                <a:hueOff val="0"/>
                <a:satOff val="0"/>
                <a:lumOff val="0"/>
                <a:alphaOff val="0"/>
                <a:shade val="15000"/>
                <a:satMod val="180000"/>
              </a:schemeClr>
            </a:gs>
            <a:gs pos="50000">
              <a:schemeClr val="accent4">
                <a:hueOff val="0"/>
                <a:satOff val="0"/>
                <a:lumOff val="0"/>
                <a:alphaOff val="0"/>
                <a:shade val="45000"/>
                <a:satMod val="170000"/>
              </a:schemeClr>
            </a:gs>
            <a:gs pos="70000">
              <a:schemeClr val="accent4">
                <a:hueOff val="0"/>
                <a:satOff val="0"/>
                <a:lumOff val="0"/>
                <a:alphaOff val="0"/>
                <a:tint val="99000"/>
                <a:shade val="65000"/>
                <a:satMod val="155000"/>
              </a:schemeClr>
            </a:gs>
            <a:gs pos="100000">
              <a:schemeClr val="accent4">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GB" sz="1400" kern="1200"/>
            <a:t>Scheme &amp; Replication</a:t>
          </a:r>
        </a:p>
      </dsp:txBody>
      <dsp:txXfrm>
        <a:off x="3128021" y="1613509"/>
        <a:ext cx="1973557" cy="500877"/>
      </dsp:txXfrm>
    </dsp:sp>
    <dsp:sp modelId="{9BB81160-0405-44B2-9677-A6E124C0FBD9}">
      <dsp:nvSpPr>
        <dsp:cNvPr id="0" name=""/>
        <dsp:cNvSpPr/>
      </dsp:nvSpPr>
      <dsp:spPr>
        <a:xfrm rot="5400000">
          <a:off x="4015041" y="2143271"/>
          <a:ext cx="199516" cy="239419"/>
        </a:xfrm>
        <a:prstGeom prst="rightArrow">
          <a:avLst>
            <a:gd name="adj1" fmla="val 60000"/>
            <a:gd name="adj2" fmla="val 50000"/>
          </a:avLst>
        </a:prstGeom>
        <a:solidFill>
          <a:schemeClr val="accent4">
            <a:hueOff val="0"/>
            <a:satOff val="0"/>
            <a:lumOff val="0"/>
            <a:alphaOff val="0"/>
          </a:schemeClr>
        </a:solidFill>
        <a:ln>
          <a:noFill/>
        </a:ln>
        <a:effectLst>
          <a:outerShdw blurRad="50800" dist="381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GB" sz="700" kern="1200"/>
        </a:p>
      </dsp:txBody>
      <dsp:txXfrm rot="-5400000">
        <a:off x="4042974" y="2163223"/>
        <a:ext cx="143651" cy="139661"/>
      </dsp:txXfrm>
    </dsp:sp>
    <dsp:sp modelId="{272AA75F-FBCB-45F8-87BF-5EDF519FEBAC}">
      <dsp:nvSpPr>
        <dsp:cNvPr id="0" name=""/>
        <dsp:cNvSpPr/>
      </dsp:nvSpPr>
      <dsp:spPr>
        <a:xfrm>
          <a:off x="3112438" y="2395991"/>
          <a:ext cx="2004723" cy="532043"/>
        </a:xfrm>
        <a:prstGeom prst="roundRect">
          <a:avLst>
            <a:gd name="adj" fmla="val 10000"/>
          </a:avLst>
        </a:prstGeom>
        <a:gradFill rotWithShape="0">
          <a:gsLst>
            <a:gs pos="0">
              <a:schemeClr val="accent5">
                <a:hueOff val="0"/>
                <a:satOff val="0"/>
                <a:lumOff val="0"/>
                <a:alphaOff val="0"/>
                <a:shade val="15000"/>
                <a:satMod val="180000"/>
              </a:schemeClr>
            </a:gs>
            <a:gs pos="50000">
              <a:schemeClr val="accent5">
                <a:hueOff val="0"/>
                <a:satOff val="0"/>
                <a:lumOff val="0"/>
                <a:alphaOff val="0"/>
                <a:shade val="45000"/>
                <a:satMod val="170000"/>
              </a:schemeClr>
            </a:gs>
            <a:gs pos="70000">
              <a:schemeClr val="accent5">
                <a:hueOff val="0"/>
                <a:satOff val="0"/>
                <a:lumOff val="0"/>
                <a:alphaOff val="0"/>
                <a:tint val="99000"/>
                <a:shade val="65000"/>
                <a:satMod val="155000"/>
              </a:schemeClr>
            </a:gs>
            <a:gs pos="100000">
              <a:schemeClr val="accent5">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GB" sz="1400" kern="1200"/>
            <a:t>Source code &amp; Matlab</a:t>
          </a:r>
        </a:p>
      </dsp:txBody>
      <dsp:txXfrm>
        <a:off x="3128021" y="2411574"/>
        <a:ext cx="1973557" cy="500877"/>
      </dsp:txXfrm>
    </dsp:sp>
    <dsp:sp modelId="{EF72F7C4-ACCC-4758-A018-BCD31C366EFB}">
      <dsp:nvSpPr>
        <dsp:cNvPr id="0" name=""/>
        <dsp:cNvSpPr/>
      </dsp:nvSpPr>
      <dsp:spPr>
        <a:xfrm rot="5400000">
          <a:off x="4015041" y="2941336"/>
          <a:ext cx="199516" cy="239419"/>
        </a:xfrm>
        <a:prstGeom prst="rightArrow">
          <a:avLst>
            <a:gd name="adj1" fmla="val 60000"/>
            <a:gd name="adj2" fmla="val 50000"/>
          </a:avLst>
        </a:prstGeom>
        <a:solidFill>
          <a:schemeClr val="accent5">
            <a:hueOff val="0"/>
            <a:satOff val="0"/>
            <a:lumOff val="0"/>
            <a:alphaOff val="0"/>
          </a:schemeClr>
        </a:solidFill>
        <a:ln>
          <a:noFill/>
        </a:ln>
        <a:effectLst>
          <a:outerShdw blurRad="50800" dist="381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GB" sz="700" kern="1200"/>
        </a:p>
      </dsp:txBody>
      <dsp:txXfrm rot="-5400000">
        <a:off x="4042974" y="2961288"/>
        <a:ext cx="143651" cy="139661"/>
      </dsp:txXfrm>
    </dsp:sp>
    <dsp:sp modelId="{6B9EE685-27B2-461A-9322-9E9F5A44F955}">
      <dsp:nvSpPr>
        <dsp:cNvPr id="0" name=""/>
        <dsp:cNvSpPr/>
      </dsp:nvSpPr>
      <dsp:spPr>
        <a:xfrm>
          <a:off x="3112438" y="3194057"/>
          <a:ext cx="2004723" cy="532043"/>
        </a:xfrm>
        <a:prstGeom prst="roundRect">
          <a:avLst>
            <a:gd name="adj" fmla="val 10000"/>
          </a:avLst>
        </a:prstGeom>
        <a:gradFill rotWithShape="0">
          <a:gsLst>
            <a:gs pos="0">
              <a:schemeClr val="accent6">
                <a:hueOff val="0"/>
                <a:satOff val="0"/>
                <a:lumOff val="0"/>
                <a:alphaOff val="0"/>
                <a:shade val="15000"/>
                <a:satMod val="180000"/>
              </a:schemeClr>
            </a:gs>
            <a:gs pos="50000">
              <a:schemeClr val="accent6">
                <a:hueOff val="0"/>
                <a:satOff val="0"/>
                <a:lumOff val="0"/>
                <a:alphaOff val="0"/>
                <a:shade val="45000"/>
                <a:satMod val="170000"/>
              </a:schemeClr>
            </a:gs>
            <a:gs pos="70000">
              <a:schemeClr val="accent6">
                <a:hueOff val="0"/>
                <a:satOff val="0"/>
                <a:lumOff val="0"/>
                <a:alphaOff val="0"/>
                <a:tint val="99000"/>
                <a:shade val="65000"/>
                <a:satMod val="155000"/>
              </a:schemeClr>
            </a:gs>
            <a:gs pos="100000">
              <a:schemeClr val="accent6">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GB" sz="1400" kern="1200"/>
            <a:t>Progress &amp; Analysis</a:t>
          </a:r>
        </a:p>
      </dsp:txBody>
      <dsp:txXfrm>
        <a:off x="3128021" y="3209640"/>
        <a:ext cx="1973557" cy="500877"/>
      </dsp:txXfrm>
    </dsp:sp>
    <dsp:sp modelId="{6C26494D-7007-469C-8D6B-4A896E0B185C}">
      <dsp:nvSpPr>
        <dsp:cNvPr id="0" name=""/>
        <dsp:cNvSpPr/>
      </dsp:nvSpPr>
      <dsp:spPr>
        <a:xfrm rot="5400000">
          <a:off x="4015041" y="3739402"/>
          <a:ext cx="199516" cy="239419"/>
        </a:xfrm>
        <a:prstGeom prst="rightArrow">
          <a:avLst>
            <a:gd name="adj1" fmla="val 60000"/>
            <a:gd name="adj2" fmla="val 50000"/>
          </a:avLst>
        </a:prstGeom>
        <a:solidFill>
          <a:schemeClr val="accent6">
            <a:hueOff val="0"/>
            <a:satOff val="0"/>
            <a:lumOff val="0"/>
            <a:alphaOff val="0"/>
          </a:schemeClr>
        </a:solidFill>
        <a:ln>
          <a:noFill/>
        </a:ln>
        <a:effectLst>
          <a:outerShdw blurRad="50800" dist="381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GB" sz="700" kern="1200"/>
        </a:p>
      </dsp:txBody>
      <dsp:txXfrm rot="-5400000">
        <a:off x="4042974" y="3759354"/>
        <a:ext cx="143651" cy="139661"/>
      </dsp:txXfrm>
    </dsp:sp>
    <dsp:sp modelId="{AE3DADA2-79C2-48BF-A730-9126D37970D6}">
      <dsp:nvSpPr>
        <dsp:cNvPr id="0" name=""/>
        <dsp:cNvSpPr/>
      </dsp:nvSpPr>
      <dsp:spPr>
        <a:xfrm>
          <a:off x="3112438" y="3992122"/>
          <a:ext cx="2004723" cy="532043"/>
        </a:xfrm>
        <a:prstGeom prst="roundRect">
          <a:avLst>
            <a:gd name="adj" fmla="val 10000"/>
          </a:avLst>
        </a:prstGeom>
        <a:gradFill rotWithShape="0">
          <a:gsLst>
            <a:gs pos="0">
              <a:schemeClr val="accent2">
                <a:hueOff val="0"/>
                <a:satOff val="0"/>
                <a:lumOff val="0"/>
                <a:alphaOff val="0"/>
                <a:shade val="15000"/>
                <a:satMod val="180000"/>
              </a:schemeClr>
            </a:gs>
            <a:gs pos="50000">
              <a:schemeClr val="accent2">
                <a:hueOff val="0"/>
                <a:satOff val="0"/>
                <a:lumOff val="0"/>
                <a:alphaOff val="0"/>
                <a:shade val="45000"/>
                <a:satMod val="170000"/>
              </a:schemeClr>
            </a:gs>
            <a:gs pos="70000">
              <a:schemeClr val="accent2">
                <a:hueOff val="0"/>
                <a:satOff val="0"/>
                <a:lumOff val="0"/>
                <a:alphaOff val="0"/>
                <a:tint val="99000"/>
                <a:shade val="65000"/>
                <a:satMod val="155000"/>
              </a:schemeClr>
            </a:gs>
            <a:gs pos="100000">
              <a:schemeClr val="accent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GB" sz="1400" kern="1200"/>
            <a:t>Model</a:t>
          </a:r>
        </a:p>
      </dsp:txBody>
      <dsp:txXfrm>
        <a:off x="3128021" y="4007705"/>
        <a:ext cx="1973557" cy="5008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6A4A10-317A-4D34-9F63-F8079977965B}" type="datetimeFigureOut">
              <a:rPr lang="en-US" smtClean="0"/>
              <a:t>4/19/2013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B69D778-5A9D-4BC0-8305-72EEECE47B75}" type="slidenum">
              <a:rPr lang="en-US" smtClean="0"/>
              <a:t>‹#›</a:t>
            </a:fld>
            <a:endParaRPr lang="en-US"/>
          </a:p>
        </p:txBody>
      </p:sp>
    </p:spTree>
    <p:extLst>
      <p:ext uri="{BB962C8B-B14F-4D97-AF65-F5344CB8AC3E}">
        <p14:creationId xmlns:p14="http://schemas.microsoft.com/office/powerpoint/2010/main" val="3992409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C3CFE40F-D327-4484-92C4-4141FD8FA690}" type="datetimeFigureOut">
              <a:rPr lang="en-US" smtClean="0"/>
              <a:t>4/19/2013</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8C717738-990A-416C-BD9D-0EEC858624B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3CFE40F-D327-4484-92C4-4141FD8FA690}" type="datetimeFigureOut">
              <a:rPr lang="en-US" smtClean="0"/>
              <a:t>4/19/2013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8C717738-990A-416C-BD9D-0EEC858624B6}"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C3CFE40F-D327-4484-92C4-4141FD8FA690}" type="datetimeFigureOut">
              <a:rPr lang="en-US" smtClean="0"/>
              <a:t>4/19/2013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8C717738-990A-416C-BD9D-0EEC858624B6}"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C3CFE40F-D327-4484-92C4-4141FD8FA690}" type="datetimeFigureOut">
              <a:rPr lang="en-US" smtClean="0"/>
              <a:t>4/19/2013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8C717738-990A-416C-BD9D-0EEC858624B6}"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C3CFE40F-D327-4484-92C4-4141FD8FA690}" type="datetimeFigureOut">
              <a:rPr lang="en-US" smtClean="0"/>
              <a:t>4/19/2013</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8C717738-990A-416C-BD9D-0EEC858624B6}"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C3CFE40F-D327-4484-92C4-4141FD8FA690}" type="datetimeFigureOut">
              <a:rPr lang="en-US" smtClean="0"/>
              <a:t>4/19/2013</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8C717738-990A-416C-BD9D-0EEC858624B6}"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C3CFE40F-D327-4484-92C4-4141FD8FA690}" type="datetimeFigureOut">
              <a:rPr lang="en-US" smtClean="0"/>
              <a:t>4/19/2013</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8C717738-990A-416C-BD9D-0EEC858624B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C3CFE40F-D327-4484-92C4-4141FD8FA690}" type="datetimeFigureOut">
              <a:rPr lang="en-US" smtClean="0"/>
              <a:t>4/19/2013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8C717738-990A-416C-BD9D-0EEC858624B6}"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C3CFE40F-D327-4484-92C4-4141FD8FA690}" type="datetimeFigureOut">
              <a:rPr lang="en-US" smtClean="0"/>
              <a:t>4/19/2013</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8C717738-990A-416C-BD9D-0EEC858624B6}"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3CFE40F-D327-4484-92C4-4141FD8FA690}" type="datetimeFigureOut">
              <a:rPr lang="en-US" smtClean="0"/>
              <a:t>4/19/2013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8C717738-990A-416C-BD9D-0EEC858624B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3CFE40F-D327-4484-92C4-4141FD8FA690}" type="datetimeFigureOut">
              <a:rPr lang="en-US" smtClean="0"/>
              <a:t>4/19/2013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8C717738-990A-416C-BD9D-0EEC858624B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C3CFE40F-D327-4484-92C4-4141FD8FA690}" type="datetimeFigureOut">
              <a:rPr lang="en-US" smtClean="0"/>
              <a:t>4/19/2013</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8C717738-990A-416C-BD9D-0EEC858624B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19400"/>
            <a:ext cx="8229600" cy="3505200"/>
          </a:xfrm>
        </p:spPr>
        <p:txBody>
          <a:bodyPr>
            <a:noAutofit/>
          </a:bodyPr>
          <a:lstStyle/>
          <a:p>
            <a:pPr marL="0" indent="0" algn="ctr">
              <a:buNone/>
            </a:pPr>
            <a:r>
              <a:rPr lang="en-US" sz="3600" dirty="0" smtClean="0"/>
              <a:t>Name </a:t>
            </a:r>
            <a:r>
              <a:rPr lang="en-US" sz="3600" dirty="0"/>
              <a:t>: Carol Michelle Aralis</a:t>
            </a:r>
          </a:p>
          <a:p>
            <a:pPr marL="0" indent="0" algn="ctr">
              <a:buNone/>
            </a:pPr>
            <a:r>
              <a:rPr lang="en-US" sz="3600" dirty="0"/>
              <a:t>ID No: 1051109514</a:t>
            </a:r>
          </a:p>
          <a:p>
            <a:pPr marL="0" indent="0" algn="ctr">
              <a:buNone/>
            </a:pPr>
            <a:r>
              <a:rPr lang="en-US" sz="3600" dirty="0" smtClean="0"/>
              <a:t>Moderator : Dr. Tawfig Ahmad A. Eltaif</a:t>
            </a:r>
          </a:p>
          <a:p>
            <a:pPr marL="0" indent="0" algn="ctr">
              <a:buNone/>
            </a:pPr>
            <a:r>
              <a:rPr lang="en-US" sz="3600" dirty="0" smtClean="0"/>
              <a:t>Supervisor : </a:t>
            </a:r>
            <a:r>
              <a:rPr lang="en-US" sz="3600" dirty="0"/>
              <a:t>Dr. C. Senthilpari</a:t>
            </a:r>
            <a:endParaRPr lang="en-US" sz="3600" dirty="0" smtClean="0"/>
          </a:p>
        </p:txBody>
      </p:sp>
      <p:sp>
        <p:nvSpPr>
          <p:cNvPr id="2" name="Title 1"/>
          <p:cNvSpPr>
            <a:spLocks noGrp="1"/>
          </p:cNvSpPr>
          <p:nvPr>
            <p:ph type="title"/>
          </p:nvPr>
        </p:nvSpPr>
        <p:spPr>
          <a:xfrm>
            <a:off x="457200" y="762000"/>
            <a:ext cx="8229600" cy="1905000"/>
          </a:xfrm>
        </p:spPr>
        <p:txBody>
          <a:bodyPr>
            <a:normAutofit fontScale="90000"/>
          </a:bodyPr>
          <a:lstStyle/>
          <a:p>
            <a:pPr algn="ctr"/>
            <a:r>
              <a:rPr lang="en-US" sz="6700" dirty="0"/>
              <a:t>Final Year Presentation</a:t>
            </a:r>
            <a:br>
              <a:rPr lang="en-US" sz="6700" dirty="0"/>
            </a:br>
            <a:r>
              <a:rPr lang="en-US" sz="6700" dirty="0"/>
              <a:t>(Part </a:t>
            </a:r>
            <a:r>
              <a:rPr lang="en-US" sz="6700" dirty="0" smtClean="0"/>
              <a:t>2) </a:t>
            </a:r>
            <a:r>
              <a:rPr lang="en-US" sz="3600" dirty="0"/>
              <a:t/>
            </a:r>
            <a:br>
              <a:rPr lang="en-US" sz="3600" dirty="0"/>
            </a:br>
            <a:endParaRPr lang="en-US" dirty="0"/>
          </a:p>
        </p:txBody>
      </p:sp>
    </p:spTree>
    <p:extLst>
      <p:ext uri="{BB962C8B-B14F-4D97-AF65-F5344CB8AC3E}">
        <p14:creationId xmlns:p14="http://schemas.microsoft.com/office/powerpoint/2010/main" val="1280788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772400" cy="4724400"/>
          </a:xfrm>
        </p:spPr>
        <p:txBody>
          <a:bodyPr>
            <a:normAutofit fontScale="90000"/>
          </a:bodyPr>
          <a:lstStyle/>
          <a:p>
            <a:pPr algn="l"/>
            <a:r>
              <a:rPr lang="en-US" sz="6000" b="1" dirty="0" smtClean="0"/>
              <a:t>Project Title 4534:</a:t>
            </a:r>
            <a:br>
              <a:rPr lang="en-US" sz="6000" b="1" dirty="0" smtClean="0"/>
            </a:br>
            <a:r>
              <a:rPr lang="en-US" sz="6000" b="1" dirty="0" smtClean="0"/>
              <a:t>DESIGN AND IMPLEMENTATION OF DIGITAL LOCK SYSTEM WITH BUILT-IN CAMERA</a:t>
            </a:r>
            <a:r>
              <a:rPr lang="en-US" dirty="0" smtClean="0">
                <a:effectLst/>
              </a:rPr>
              <a:t/>
            </a:r>
            <a:br>
              <a:rPr lang="en-US" dirty="0" smtClean="0">
                <a:effectLst/>
              </a:rPr>
            </a:br>
            <a:endParaRPr lang="en-US" dirty="0"/>
          </a:p>
        </p:txBody>
      </p:sp>
    </p:spTree>
    <p:extLst>
      <p:ext uri="{BB962C8B-B14F-4D97-AF65-F5344CB8AC3E}">
        <p14:creationId xmlns:p14="http://schemas.microsoft.com/office/powerpoint/2010/main" val="1376726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r>
              <a:rPr lang="en-MY" dirty="0"/>
              <a:t>To integrate a digital lock device with a camera and to function as a single working unit.</a:t>
            </a:r>
            <a:endParaRPr lang="en-US" dirty="0"/>
          </a:p>
          <a:p>
            <a:pPr lvl="0"/>
            <a:r>
              <a:rPr lang="en-US" dirty="0"/>
              <a:t>To select a facial recognition technique </a:t>
            </a:r>
            <a:r>
              <a:rPr lang="en-MY" dirty="0"/>
              <a:t>and design a practical biometric verification system.</a:t>
            </a:r>
            <a:endParaRPr lang="en-US" dirty="0"/>
          </a:p>
          <a:p>
            <a:pPr lvl="0"/>
            <a:r>
              <a:rPr lang="en-US" dirty="0"/>
              <a:t>To simulate the facial recognition access device using software tools and incorporated into the system hardware.</a:t>
            </a:r>
          </a:p>
          <a:p>
            <a:pPr lvl="0"/>
            <a:r>
              <a:rPr lang="en-MY" dirty="0"/>
              <a:t>To develop and test prototype</a:t>
            </a:r>
            <a:endParaRPr lang="en-US" dirty="0"/>
          </a:p>
          <a:p>
            <a:endParaRPr lang="en-US" dirty="0"/>
          </a:p>
        </p:txBody>
      </p:sp>
      <p:sp>
        <p:nvSpPr>
          <p:cNvPr id="2" name="Title 1"/>
          <p:cNvSpPr>
            <a:spLocks noGrp="1"/>
          </p:cNvSpPr>
          <p:nvPr>
            <p:ph type="title"/>
          </p:nvPr>
        </p:nvSpPr>
        <p:spPr/>
        <p:txBody>
          <a:bodyPr/>
          <a:lstStyle/>
          <a:p>
            <a:r>
              <a:rPr lang="en-MY" dirty="0"/>
              <a:t>A</a:t>
            </a:r>
            <a:r>
              <a:rPr lang="en-MY" dirty="0" smtClean="0"/>
              <a:t>ims </a:t>
            </a:r>
            <a:r>
              <a:rPr lang="en-MY" dirty="0"/>
              <a:t>and </a:t>
            </a:r>
            <a:r>
              <a:rPr lang="en-MY" dirty="0" smtClean="0"/>
              <a:t>Objectives</a:t>
            </a:r>
            <a:endParaRPr lang="en-US" dirty="0"/>
          </a:p>
        </p:txBody>
      </p:sp>
    </p:spTree>
    <p:extLst>
      <p:ext uri="{BB962C8B-B14F-4D97-AF65-F5344CB8AC3E}">
        <p14:creationId xmlns:p14="http://schemas.microsoft.com/office/powerpoint/2010/main" val="1540098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sz="2900" dirty="0" smtClean="0"/>
              <a:t>Locks are used.</a:t>
            </a:r>
          </a:p>
          <a:p>
            <a:r>
              <a:rPr lang="en-US" sz="2900" dirty="0"/>
              <a:t>M</a:t>
            </a:r>
            <a:r>
              <a:rPr lang="en-US" sz="2900" dirty="0" smtClean="0"/>
              <a:t>any </a:t>
            </a:r>
            <a:r>
              <a:rPr lang="en-US" sz="2900" dirty="0"/>
              <a:t>years </a:t>
            </a:r>
            <a:r>
              <a:rPr lang="en-US" sz="2900" dirty="0" smtClean="0"/>
              <a:t>very </a:t>
            </a:r>
            <a:r>
              <a:rPr lang="en-US" sz="2900" dirty="0"/>
              <a:t>basic locks made of wood and rope until the modern dead bolt or magnetic locks. </a:t>
            </a:r>
            <a:endParaRPr lang="en-US" sz="2900" dirty="0" smtClean="0"/>
          </a:p>
          <a:p>
            <a:r>
              <a:rPr lang="en-US" sz="2900" dirty="0"/>
              <a:t>O</a:t>
            </a:r>
            <a:r>
              <a:rPr lang="en-US" sz="2900" dirty="0" smtClean="0"/>
              <a:t>ne </a:t>
            </a:r>
            <a:r>
              <a:rPr lang="en-US" sz="2900" dirty="0"/>
              <a:t>common similarity which would be the need of using a key to release the locking mechanism. </a:t>
            </a:r>
            <a:endParaRPr lang="en-US" sz="2900" dirty="0" smtClean="0"/>
          </a:p>
          <a:p>
            <a:r>
              <a:rPr lang="en-US" sz="2900" dirty="0"/>
              <a:t>This has made </a:t>
            </a:r>
            <a:r>
              <a:rPr lang="en-MY" sz="2900" dirty="0"/>
              <a:t>locks become renowned for their ease to break into, as burglars have become experienced at picking, and allowing themselves smooth and easy entry through a key lock. </a:t>
            </a:r>
            <a:endParaRPr lang="en-US" sz="2900" dirty="0"/>
          </a:p>
          <a:p>
            <a:endParaRPr lang="en-US" dirty="0"/>
          </a:p>
        </p:txBody>
      </p:sp>
      <p:sp>
        <p:nvSpPr>
          <p:cNvPr id="2" name="Title 1"/>
          <p:cNvSpPr>
            <a:spLocks noGrp="1"/>
          </p:cNvSpPr>
          <p:nvPr>
            <p:ph type="title"/>
          </p:nvPr>
        </p:nvSpPr>
        <p:spPr>
          <a:xfrm>
            <a:off x="457200" y="609600"/>
            <a:ext cx="8229600" cy="960438"/>
          </a:xfrm>
        </p:spPr>
        <p:txBody>
          <a:bodyPr>
            <a:noAutofit/>
          </a:bodyPr>
          <a:lstStyle/>
          <a:p>
            <a:r>
              <a:rPr lang="en-US" sz="4400" dirty="0"/>
              <a:t>Security Facts </a:t>
            </a:r>
            <a:r>
              <a:rPr lang="en-US" sz="4400" dirty="0" smtClean="0"/>
              <a:t>at Homes</a:t>
            </a:r>
            <a:r>
              <a:rPr lang="en-US" sz="4000" u="sng" dirty="0"/>
              <a:t/>
            </a:r>
            <a:br>
              <a:rPr lang="en-US" sz="4000" u="sng" dirty="0"/>
            </a:br>
            <a:endParaRPr lang="en-US" sz="4000" dirty="0"/>
          </a:p>
        </p:txBody>
      </p:sp>
    </p:spTree>
    <p:extLst>
      <p:ext uri="{BB962C8B-B14F-4D97-AF65-F5344CB8AC3E}">
        <p14:creationId xmlns:p14="http://schemas.microsoft.com/office/powerpoint/2010/main" val="1664477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t>Digital locks are used.</a:t>
            </a:r>
          </a:p>
          <a:p>
            <a:r>
              <a:rPr lang="en-US" dirty="0" smtClean="0"/>
              <a:t>Digital </a:t>
            </a:r>
            <a:r>
              <a:rPr lang="en-US" dirty="0"/>
              <a:t>locks are now widely used compared to conventional locks as </a:t>
            </a:r>
            <a:r>
              <a:rPr lang="en-MY" dirty="0"/>
              <a:t>it eliminates the need for the traditional key. </a:t>
            </a:r>
            <a:endParaRPr lang="en-MY" dirty="0" smtClean="0"/>
          </a:p>
          <a:p>
            <a:r>
              <a:rPr lang="en-MY" dirty="0"/>
              <a:t>Conventional digital locks only receive password and doesn’t have any other form of additional security</a:t>
            </a:r>
            <a:endParaRPr lang="en-MY" dirty="0" smtClean="0"/>
          </a:p>
          <a:p>
            <a:r>
              <a:rPr lang="en-MY" dirty="0"/>
              <a:t>At times, a breach of security happens due to reasons such as stolen passwords or by system hacking. </a:t>
            </a:r>
            <a:endParaRPr lang="en-MY" dirty="0" smtClean="0"/>
          </a:p>
          <a:p>
            <a:endParaRPr lang="en-US" dirty="0"/>
          </a:p>
        </p:txBody>
      </p:sp>
      <p:sp>
        <p:nvSpPr>
          <p:cNvPr id="2" name="Title 1"/>
          <p:cNvSpPr>
            <a:spLocks noGrp="1"/>
          </p:cNvSpPr>
          <p:nvPr>
            <p:ph type="title"/>
          </p:nvPr>
        </p:nvSpPr>
        <p:spPr/>
        <p:txBody>
          <a:bodyPr/>
          <a:lstStyle/>
          <a:p>
            <a:r>
              <a:rPr lang="en-US" dirty="0" smtClean="0"/>
              <a:t>Security Facts at Work Places</a:t>
            </a:r>
            <a:endParaRPr lang="en-US" dirty="0"/>
          </a:p>
        </p:txBody>
      </p:sp>
    </p:spTree>
    <p:extLst>
      <p:ext uri="{BB962C8B-B14F-4D97-AF65-F5344CB8AC3E}">
        <p14:creationId xmlns:p14="http://schemas.microsoft.com/office/powerpoint/2010/main" val="3777233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Flow Diagram of Project </a:t>
            </a:r>
            <a:endParaRPr lang="en-US" dirty="0"/>
          </a:p>
        </p:txBody>
      </p:sp>
      <p:graphicFrame>
        <p:nvGraphicFramePr>
          <p:cNvPr id="4" name="Content Placeholder 3"/>
          <p:cNvGraphicFramePr>
            <a:graphicFrameLocks noGrp="1"/>
          </p:cNvGraphicFramePr>
          <p:nvPr>
            <p:ph idx="1"/>
          </p:nvPr>
        </p:nvGraphicFramePr>
        <p:xfrm>
          <a:off x="457200" y="14811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8777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effectLst/>
              </a:rPr>
              <a:t>Device Flow Diagram</a:t>
            </a:r>
            <a:endParaRPr lang="en-US" dirty="0"/>
          </a:p>
        </p:txBody>
      </p:sp>
      <p:pic>
        <p:nvPicPr>
          <p:cNvPr id="4" name="Content Placeholder 3"/>
          <p:cNvPicPr>
            <a:picLocks noGrp="1"/>
          </p:cNvPicPr>
          <p:nvPr>
            <p:ph idx="1"/>
          </p:nvPr>
        </p:nvPicPr>
        <p:blipFill>
          <a:blip r:embed="rId2" cstate="print"/>
          <a:srcRect/>
          <a:stretch>
            <a:fillRect/>
          </a:stretch>
        </p:blipFill>
        <p:spPr bwMode="auto">
          <a:xfrm>
            <a:off x="838200" y="1481138"/>
            <a:ext cx="7086600" cy="4995862"/>
          </a:xfrm>
          <a:prstGeom prst="rect">
            <a:avLst/>
          </a:prstGeom>
          <a:noFill/>
          <a:ln w="9525">
            <a:noFill/>
            <a:miter lim="800000"/>
            <a:headEnd/>
            <a:tailEnd/>
          </a:ln>
        </p:spPr>
      </p:pic>
    </p:spTree>
    <p:extLst>
      <p:ext uri="{BB962C8B-B14F-4D97-AF65-F5344CB8AC3E}">
        <p14:creationId xmlns:p14="http://schemas.microsoft.com/office/powerpoint/2010/main" val="1398953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lvl="0"/>
            <a:r>
              <a:rPr lang="en-US" sz="2900" dirty="0"/>
              <a:t>Start</a:t>
            </a:r>
          </a:p>
          <a:p>
            <a:pPr marL="0" indent="0">
              <a:buNone/>
            </a:pPr>
            <a:r>
              <a:rPr lang="en-US" sz="2800" dirty="0"/>
              <a:t>The digital lock is activated and the verification process starts </a:t>
            </a:r>
            <a:r>
              <a:rPr lang="en-US" sz="2900" dirty="0"/>
              <a:t> </a:t>
            </a:r>
          </a:p>
          <a:p>
            <a:pPr lvl="0"/>
            <a:r>
              <a:rPr lang="en-US" sz="2900" dirty="0"/>
              <a:t>Input Image</a:t>
            </a:r>
          </a:p>
          <a:p>
            <a:pPr marL="0" indent="0">
              <a:buNone/>
            </a:pPr>
            <a:r>
              <a:rPr lang="en-US" dirty="0"/>
              <a:t>Individuals image will be captured and the facial features of extracted for processing.</a:t>
            </a:r>
          </a:p>
          <a:p>
            <a:pPr lvl="0"/>
            <a:r>
              <a:rPr lang="en-US" sz="2900" dirty="0"/>
              <a:t>Image match</a:t>
            </a:r>
          </a:p>
          <a:p>
            <a:pPr marL="0" indent="0">
              <a:buNone/>
            </a:pPr>
            <a:r>
              <a:rPr lang="en-US" dirty="0"/>
              <a:t>Input image will be compared to the database images to determine if the individual is matched or not. </a:t>
            </a:r>
          </a:p>
          <a:p>
            <a:pPr marL="0" indent="0">
              <a:buNone/>
            </a:pPr>
            <a:endParaRPr lang="en-US" dirty="0"/>
          </a:p>
          <a:p>
            <a:endParaRPr lang="en-US" dirty="0"/>
          </a:p>
        </p:txBody>
      </p:sp>
      <p:sp>
        <p:nvSpPr>
          <p:cNvPr id="2" name="Title 1"/>
          <p:cNvSpPr>
            <a:spLocks noGrp="1"/>
          </p:cNvSpPr>
          <p:nvPr>
            <p:ph type="title"/>
          </p:nvPr>
        </p:nvSpPr>
        <p:spPr/>
        <p:txBody>
          <a:bodyPr/>
          <a:lstStyle/>
          <a:p>
            <a:r>
              <a:rPr lang="en-US" dirty="0" smtClean="0"/>
              <a:t>Program Flowchart</a:t>
            </a:r>
            <a:endParaRPr lang="en-US" dirty="0"/>
          </a:p>
        </p:txBody>
      </p:sp>
    </p:spTree>
    <p:extLst>
      <p:ext uri="{BB962C8B-B14F-4D97-AF65-F5344CB8AC3E}">
        <p14:creationId xmlns:p14="http://schemas.microsoft.com/office/powerpoint/2010/main" val="3246934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 Flowchart</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24044638"/>
              </p:ext>
            </p:extLst>
          </p:nvPr>
        </p:nvGraphicFramePr>
        <p:xfrm>
          <a:off x="457200" y="1295400"/>
          <a:ext cx="8229600"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18142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r>
              <a:rPr lang="en-US" dirty="0" smtClean="0"/>
              <a:t>Input Password</a:t>
            </a:r>
          </a:p>
          <a:p>
            <a:pPr marL="0" indent="0">
              <a:buNone/>
            </a:pPr>
            <a:r>
              <a:rPr lang="en-US" dirty="0" smtClean="0"/>
              <a:t>The individual inputs the password into electronic lock.</a:t>
            </a:r>
          </a:p>
          <a:p>
            <a:pPr lvl="0"/>
            <a:r>
              <a:rPr lang="en-US" dirty="0" smtClean="0"/>
              <a:t>Identity </a:t>
            </a:r>
            <a:r>
              <a:rPr lang="en-US" dirty="0"/>
              <a:t>confirmed</a:t>
            </a:r>
          </a:p>
          <a:p>
            <a:pPr marL="0" indent="0">
              <a:buNone/>
            </a:pPr>
            <a:r>
              <a:rPr lang="en-US" dirty="0"/>
              <a:t>Identity of the individual is confirmed once the password matches the individual image  </a:t>
            </a:r>
          </a:p>
          <a:p>
            <a:pPr lvl="0"/>
            <a:r>
              <a:rPr lang="en-US" dirty="0"/>
              <a:t>Lock release</a:t>
            </a:r>
          </a:p>
          <a:p>
            <a:pPr marL="109728" indent="0">
              <a:buNone/>
            </a:pPr>
            <a:r>
              <a:rPr lang="en-US" dirty="0"/>
              <a:t>The lock will unlock when the correct password is inputted for the correct individual. Then it will relock till the next input is given</a:t>
            </a:r>
          </a:p>
          <a:p>
            <a:endParaRPr lang="en-US" dirty="0"/>
          </a:p>
        </p:txBody>
      </p:sp>
      <p:sp>
        <p:nvSpPr>
          <p:cNvPr id="2" name="Title 1"/>
          <p:cNvSpPr>
            <a:spLocks noGrp="1"/>
          </p:cNvSpPr>
          <p:nvPr>
            <p:ph type="title"/>
          </p:nvPr>
        </p:nvSpPr>
        <p:spPr/>
        <p:txBody>
          <a:bodyPr/>
          <a:lstStyle/>
          <a:p>
            <a:r>
              <a:rPr lang="en-US" dirty="0"/>
              <a:t>Program Flowchart</a:t>
            </a:r>
          </a:p>
        </p:txBody>
      </p:sp>
    </p:spTree>
    <p:extLst>
      <p:ext uri="{BB962C8B-B14F-4D97-AF65-F5344CB8AC3E}">
        <p14:creationId xmlns:p14="http://schemas.microsoft.com/office/powerpoint/2010/main" val="2879018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Program Flowchart</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664292974"/>
              </p:ext>
            </p:extLst>
          </p:nvPr>
        </p:nvGraphicFramePr>
        <p:xfrm>
          <a:off x="457200" y="1219200"/>
          <a:ext cx="8229600" cy="533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2747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8115" t="62241" r="20539" b="19752"/>
          <a:stretch/>
        </p:blipFill>
        <p:spPr bwMode="auto">
          <a:xfrm>
            <a:off x="381000" y="1828800"/>
            <a:ext cx="8001000" cy="324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normAutofit fontScale="90000"/>
          </a:bodyPr>
          <a:lstStyle/>
          <a:p>
            <a:r>
              <a:rPr lang="en-US" dirty="0" smtClean="0"/>
              <a:t>Flow of </a:t>
            </a:r>
            <a:r>
              <a:rPr lang="en-US" dirty="0"/>
              <a:t>face recognition systems</a:t>
            </a:r>
          </a:p>
        </p:txBody>
      </p:sp>
    </p:spTree>
    <p:extLst>
      <p:ext uri="{BB962C8B-B14F-4D97-AF65-F5344CB8AC3E}">
        <p14:creationId xmlns:p14="http://schemas.microsoft.com/office/powerpoint/2010/main" val="2996033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t>T</a:t>
            </a:r>
            <a:r>
              <a:rPr lang="en-US" dirty="0" smtClean="0"/>
              <a:t>he </a:t>
            </a:r>
            <a:r>
              <a:rPr lang="en-US" dirty="0"/>
              <a:t>face recognition technique that has been chosen for this project is the Eigenfaces technique. </a:t>
            </a:r>
            <a:endParaRPr lang="en-US" dirty="0" smtClean="0"/>
          </a:p>
          <a:p>
            <a:r>
              <a:rPr lang="en-US" dirty="0" smtClean="0"/>
              <a:t>This </a:t>
            </a:r>
            <a:r>
              <a:rPr lang="en-US" dirty="0"/>
              <a:t>method provides a high enough accuracy rate to be used in real-time. </a:t>
            </a:r>
            <a:endParaRPr lang="en-US" dirty="0" smtClean="0"/>
          </a:p>
          <a:p>
            <a:r>
              <a:rPr lang="en-US" dirty="0"/>
              <a:t>Eigenfaces technique is also able to provide real-time recognition of faces with minimal constraints. </a:t>
            </a:r>
            <a:endParaRPr lang="en-US" dirty="0" smtClean="0"/>
          </a:p>
          <a:p>
            <a:r>
              <a:rPr lang="en-US" dirty="0" smtClean="0"/>
              <a:t>The </a:t>
            </a:r>
            <a:r>
              <a:rPr lang="en-US" dirty="0"/>
              <a:t>detection and recognition ability of this method shows a high reliability among other methods and is suitable for the use in this project. </a:t>
            </a:r>
            <a:endParaRPr lang="en-US" dirty="0" smtClean="0"/>
          </a:p>
        </p:txBody>
      </p:sp>
      <p:sp>
        <p:nvSpPr>
          <p:cNvPr id="2" name="Title 1"/>
          <p:cNvSpPr>
            <a:spLocks noGrp="1"/>
          </p:cNvSpPr>
          <p:nvPr>
            <p:ph type="title"/>
          </p:nvPr>
        </p:nvSpPr>
        <p:spPr/>
        <p:txBody>
          <a:bodyPr/>
          <a:lstStyle/>
          <a:p>
            <a:r>
              <a:rPr lang="en-US" dirty="0"/>
              <a:t>F</a:t>
            </a:r>
            <a:r>
              <a:rPr lang="en-US" dirty="0" smtClean="0"/>
              <a:t>ace Recognition Technique</a:t>
            </a:r>
            <a:endParaRPr lang="en-US" dirty="0"/>
          </a:p>
        </p:txBody>
      </p:sp>
    </p:spTree>
    <p:extLst>
      <p:ext uri="{BB962C8B-B14F-4D97-AF65-F5344CB8AC3E}">
        <p14:creationId xmlns:p14="http://schemas.microsoft.com/office/powerpoint/2010/main" val="1872722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609600"/>
            <a:ext cx="8229600" cy="4800600"/>
          </a:xfrm>
        </p:spPr>
        <p:txBody>
          <a:bodyPr>
            <a:normAutofit/>
          </a:bodyPr>
          <a:lstStyle/>
          <a:p>
            <a:pPr algn="ctr"/>
            <a:r>
              <a:rPr lang="en-US" dirty="0">
                <a:effectLst/>
              </a:rPr>
              <a:t>Face </a:t>
            </a:r>
            <a:r>
              <a:rPr lang="en-US" dirty="0" smtClean="0">
                <a:effectLst/>
              </a:rPr>
              <a:t>Recognition </a:t>
            </a:r>
            <a:br>
              <a:rPr lang="en-US" dirty="0" smtClean="0">
                <a:effectLst/>
              </a:rPr>
            </a:br>
            <a:r>
              <a:rPr lang="en-US" dirty="0" smtClean="0">
                <a:effectLst/>
              </a:rPr>
              <a:t>Flow </a:t>
            </a:r>
            <a:r>
              <a:rPr lang="en-US" dirty="0">
                <a:effectLst/>
              </a:rPr>
              <a:t>D</a:t>
            </a:r>
            <a:r>
              <a:rPr lang="en-US" dirty="0" smtClean="0">
                <a:effectLst/>
              </a:rPr>
              <a:t>iagram</a:t>
            </a:r>
            <a:r>
              <a:rPr lang="en-US" dirty="0">
                <a:effectLst/>
              </a:rPr>
              <a:t/>
            </a:r>
            <a:br>
              <a:rPr lang="en-US" dirty="0">
                <a:effectLst/>
              </a:rPr>
            </a:br>
            <a:endParaRPr lang="en-US" dirty="0"/>
          </a:p>
        </p:txBody>
      </p:sp>
    </p:spTree>
    <p:extLst>
      <p:ext uri="{BB962C8B-B14F-4D97-AF65-F5344CB8AC3E}">
        <p14:creationId xmlns:p14="http://schemas.microsoft.com/office/powerpoint/2010/main" val="2217113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8438285"/>
              </p:ext>
            </p:extLst>
          </p:nvPr>
        </p:nvGraphicFramePr>
        <p:xfrm>
          <a:off x="457200" y="116541"/>
          <a:ext cx="8229600" cy="6705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3021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Training Set</a:t>
            </a:r>
          </a:p>
          <a:p>
            <a:endParaRPr lang="en-US" dirty="0"/>
          </a:p>
        </p:txBody>
      </p:sp>
      <p:sp>
        <p:nvSpPr>
          <p:cNvPr id="2" name="Title 1"/>
          <p:cNvSpPr>
            <a:spLocks noGrp="1"/>
          </p:cNvSpPr>
          <p:nvPr>
            <p:ph type="title"/>
          </p:nvPr>
        </p:nvSpPr>
        <p:spPr/>
        <p:txBody>
          <a:bodyPr/>
          <a:lstStyle/>
          <a:p>
            <a:r>
              <a:rPr lang="en-US" dirty="0"/>
              <a:t>Face Recognition Program</a:t>
            </a:r>
          </a:p>
        </p:txBody>
      </p:sp>
      <p:pic>
        <p:nvPicPr>
          <p:cNvPr id="4" name="Picture 3"/>
          <p:cNvPicPr/>
          <p:nvPr/>
        </p:nvPicPr>
        <p:blipFill>
          <a:blip r:embed="rId2"/>
          <a:srcRect/>
          <a:stretch>
            <a:fillRect/>
          </a:stretch>
        </p:blipFill>
        <p:spPr bwMode="auto">
          <a:xfrm>
            <a:off x="762000" y="2057400"/>
            <a:ext cx="7696200" cy="4038600"/>
          </a:xfrm>
          <a:prstGeom prst="rect">
            <a:avLst/>
          </a:prstGeom>
          <a:noFill/>
          <a:ln w="9525">
            <a:noFill/>
            <a:miter lim="800000"/>
            <a:headEnd/>
            <a:tailEnd/>
          </a:ln>
        </p:spPr>
      </p:pic>
    </p:spTree>
    <p:extLst>
      <p:ext uri="{BB962C8B-B14F-4D97-AF65-F5344CB8AC3E}">
        <p14:creationId xmlns:p14="http://schemas.microsoft.com/office/powerpoint/2010/main" val="336771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838200"/>
            <a:ext cx="8229600" cy="4525963"/>
          </a:xfrm>
        </p:spPr>
        <p:txBody>
          <a:bodyPr/>
          <a:lstStyle/>
          <a:p>
            <a:pPr lvl="0"/>
            <a:r>
              <a:rPr lang="en-US" dirty="0"/>
              <a:t>Main program </a:t>
            </a:r>
          </a:p>
          <a:p>
            <a:endParaRPr lang="en-US" dirty="0"/>
          </a:p>
        </p:txBody>
      </p:sp>
      <p:pic>
        <p:nvPicPr>
          <p:cNvPr id="4" name="Picture 3"/>
          <p:cNvPicPr/>
          <p:nvPr/>
        </p:nvPicPr>
        <p:blipFill>
          <a:blip r:embed="rId2"/>
          <a:srcRect/>
          <a:stretch>
            <a:fillRect/>
          </a:stretch>
        </p:blipFill>
        <p:spPr bwMode="auto">
          <a:xfrm>
            <a:off x="609601" y="1600200"/>
            <a:ext cx="8001000" cy="2743200"/>
          </a:xfrm>
          <a:prstGeom prst="rect">
            <a:avLst/>
          </a:prstGeom>
          <a:noFill/>
          <a:ln w="9525">
            <a:noFill/>
            <a:miter lim="800000"/>
            <a:headEnd/>
            <a:tailEnd/>
          </a:ln>
        </p:spPr>
      </p:pic>
    </p:spTree>
    <p:extLst>
      <p:ext uri="{BB962C8B-B14F-4D97-AF65-F5344CB8AC3E}">
        <p14:creationId xmlns:p14="http://schemas.microsoft.com/office/powerpoint/2010/main" val="2604999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rcRect/>
          <a:stretch>
            <a:fillRect/>
          </a:stretch>
        </p:blipFill>
        <p:spPr bwMode="auto">
          <a:xfrm>
            <a:off x="685800" y="457200"/>
            <a:ext cx="7848600" cy="5668963"/>
          </a:xfrm>
          <a:prstGeom prst="rect">
            <a:avLst/>
          </a:prstGeom>
          <a:noFill/>
          <a:ln w="9525">
            <a:noFill/>
            <a:miter lim="800000"/>
            <a:headEnd/>
            <a:tailEnd/>
          </a:ln>
        </p:spPr>
      </p:pic>
    </p:spTree>
    <p:extLst>
      <p:ext uri="{BB962C8B-B14F-4D97-AF65-F5344CB8AC3E}">
        <p14:creationId xmlns:p14="http://schemas.microsoft.com/office/powerpoint/2010/main" val="1570911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rcRect/>
          <a:stretch>
            <a:fillRect/>
          </a:stretch>
        </p:blipFill>
        <p:spPr bwMode="auto">
          <a:xfrm>
            <a:off x="685800" y="609600"/>
            <a:ext cx="8000999" cy="5714999"/>
          </a:xfrm>
          <a:prstGeom prst="rect">
            <a:avLst/>
          </a:prstGeom>
          <a:noFill/>
          <a:ln w="9525">
            <a:noFill/>
            <a:miter lim="800000"/>
            <a:headEnd/>
            <a:tailEnd/>
          </a:ln>
        </p:spPr>
      </p:pic>
    </p:spTree>
    <p:extLst>
      <p:ext uri="{BB962C8B-B14F-4D97-AF65-F5344CB8AC3E}">
        <p14:creationId xmlns:p14="http://schemas.microsoft.com/office/powerpoint/2010/main" val="1945259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rcRect/>
          <a:stretch>
            <a:fillRect/>
          </a:stretch>
        </p:blipFill>
        <p:spPr bwMode="auto">
          <a:xfrm>
            <a:off x="489967" y="381000"/>
            <a:ext cx="8164065" cy="5867400"/>
          </a:xfrm>
          <a:prstGeom prst="rect">
            <a:avLst/>
          </a:prstGeom>
          <a:noFill/>
          <a:ln w="9525">
            <a:noFill/>
            <a:miter lim="800000"/>
            <a:headEnd/>
            <a:tailEnd/>
          </a:ln>
        </p:spPr>
      </p:pic>
    </p:spTree>
    <p:extLst>
      <p:ext uri="{BB962C8B-B14F-4D97-AF65-F5344CB8AC3E}">
        <p14:creationId xmlns:p14="http://schemas.microsoft.com/office/powerpoint/2010/main" val="2685504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output</a:t>
            </a:r>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1219200"/>
            <a:ext cx="7010399" cy="5029200"/>
          </a:xfrm>
          <a:prstGeom prst="rect">
            <a:avLst/>
          </a:prstGeom>
          <a:noFill/>
          <a:ln>
            <a:noFill/>
          </a:ln>
        </p:spPr>
      </p:pic>
    </p:spTree>
    <p:extLst>
      <p:ext uri="{BB962C8B-B14F-4D97-AF65-F5344CB8AC3E}">
        <p14:creationId xmlns:p14="http://schemas.microsoft.com/office/powerpoint/2010/main" val="1754754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5592762"/>
          </a:xfrm>
        </p:spPr>
        <p:txBody>
          <a:bodyPr/>
          <a:lstStyle/>
          <a:p>
            <a:pPr algn="ctr"/>
            <a:r>
              <a:rPr lang="en-US" dirty="0" smtClean="0"/>
              <a:t>Digital Lock </a:t>
            </a:r>
            <a:br>
              <a:rPr lang="en-US" dirty="0" smtClean="0"/>
            </a:br>
            <a:r>
              <a:rPr lang="en-US" dirty="0" smtClean="0"/>
              <a:t>Flow Diagram</a:t>
            </a:r>
            <a:endParaRPr lang="en-US" dirty="0"/>
          </a:p>
        </p:txBody>
      </p:sp>
    </p:spTree>
    <p:extLst>
      <p:ext uri="{BB962C8B-B14F-4D97-AF65-F5344CB8AC3E}">
        <p14:creationId xmlns:p14="http://schemas.microsoft.com/office/powerpoint/2010/main" val="3302177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cstate="print"/>
          <a:srcRect/>
          <a:stretch>
            <a:fillRect/>
          </a:stretch>
        </p:blipFill>
        <p:spPr bwMode="auto">
          <a:xfrm>
            <a:off x="304800" y="609600"/>
            <a:ext cx="8458200" cy="5943600"/>
          </a:xfrm>
          <a:prstGeom prst="rect">
            <a:avLst/>
          </a:prstGeom>
          <a:noFill/>
          <a:ln w="9525">
            <a:noFill/>
            <a:miter lim="800000"/>
            <a:headEnd/>
            <a:tailEnd/>
          </a:ln>
        </p:spPr>
      </p:pic>
    </p:spTree>
    <p:extLst>
      <p:ext uri="{BB962C8B-B14F-4D97-AF65-F5344CB8AC3E}">
        <p14:creationId xmlns:p14="http://schemas.microsoft.com/office/powerpoint/2010/main" val="3723281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b="1" dirty="0"/>
              <a:t>PIC16F877A </a:t>
            </a:r>
            <a:r>
              <a:rPr lang="en-US" b="1" dirty="0" smtClean="0"/>
              <a:t>MICROCONTROLLER</a:t>
            </a:r>
          </a:p>
          <a:p>
            <a:endParaRPr lang="en-US" b="1" dirty="0"/>
          </a:p>
          <a:p>
            <a:endParaRPr lang="en-US" b="1" dirty="0" smtClean="0"/>
          </a:p>
          <a:p>
            <a:endParaRPr lang="en-US" b="1" dirty="0"/>
          </a:p>
          <a:p>
            <a:endParaRPr lang="en-US" b="1" dirty="0"/>
          </a:p>
        </p:txBody>
      </p:sp>
      <p:sp>
        <p:nvSpPr>
          <p:cNvPr id="3" name="Title 2"/>
          <p:cNvSpPr>
            <a:spLocks noGrp="1"/>
          </p:cNvSpPr>
          <p:nvPr>
            <p:ph type="title"/>
          </p:nvPr>
        </p:nvSpPr>
        <p:spPr/>
        <p:txBody>
          <a:bodyPr>
            <a:normAutofit fontScale="90000"/>
          </a:bodyPr>
          <a:lstStyle/>
          <a:p>
            <a:r>
              <a:rPr lang="en-US" dirty="0" smtClean="0"/>
              <a:t>Hardware Component </a:t>
            </a:r>
            <a:r>
              <a:rPr lang="en-US" dirty="0" err="1" smtClean="0"/>
              <a:t>Explaination</a:t>
            </a:r>
            <a:r>
              <a:rPr lang="en-US" dirty="0" smtClean="0"/>
              <a:t> </a:t>
            </a:r>
            <a:endParaRPr lang="en-US" dirty="0"/>
          </a:p>
        </p:txBody>
      </p:sp>
      <p:pic>
        <p:nvPicPr>
          <p:cNvPr id="4" name="Picture 3"/>
          <p:cNvPicPr/>
          <p:nvPr/>
        </p:nvPicPr>
        <p:blipFill>
          <a:blip r:embed="rId2" cstate="print"/>
          <a:srcRect/>
          <a:stretch>
            <a:fillRect/>
          </a:stretch>
        </p:blipFill>
        <p:spPr bwMode="auto">
          <a:xfrm>
            <a:off x="4876800" y="1922929"/>
            <a:ext cx="4081463" cy="4876800"/>
          </a:xfrm>
          <a:prstGeom prst="rect">
            <a:avLst/>
          </a:prstGeom>
          <a:noFill/>
          <a:ln w="9525">
            <a:noFill/>
            <a:miter lim="800000"/>
            <a:headEnd/>
            <a:tailEnd/>
          </a:ln>
        </p:spPr>
      </p:pic>
    </p:spTree>
    <p:extLst>
      <p:ext uri="{BB962C8B-B14F-4D97-AF65-F5344CB8AC3E}">
        <p14:creationId xmlns:p14="http://schemas.microsoft.com/office/powerpoint/2010/main" val="22077410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PIC16F877A is used to manipulate the locking system for the digital lock device. It is the most vital part in the hardware device. The microcontroller is programed to compile the program of the device in its memory. </a:t>
            </a:r>
          </a:p>
        </p:txBody>
      </p:sp>
      <p:sp>
        <p:nvSpPr>
          <p:cNvPr id="3" name="Title 2"/>
          <p:cNvSpPr>
            <a:spLocks noGrp="1"/>
          </p:cNvSpPr>
          <p:nvPr>
            <p:ph type="title"/>
          </p:nvPr>
        </p:nvSpPr>
        <p:spPr/>
        <p:txBody>
          <a:bodyPr>
            <a:normAutofit fontScale="90000"/>
          </a:bodyPr>
          <a:lstStyle/>
          <a:p>
            <a:r>
              <a:rPr lang="en-US" dirty="0"/>
              <a:t>PIC16F877A MICROCONTROLLER</a:t>
            </a:r>
            <a:br>
              <a:rPr lang="en-US" dirty="0"/>
            </a:br>
            <a:endParaRPr lang="en-US" dirty="0"/>
          </a:p>
        </p:txBody>
      </p:sp>
      <p:pic>
        <p:nvPicPr>
          <p:cNvPr id="4" name="Picture 3"/>
          <p:cNvPicPr/>
          <p:nvPr/>
        </p:nvPicPr>
        <p:blipFill rotWithShape="1">
          <a:blip r:embed="rId2">
            <a:extLst>
              <a:ext uri="{28A0092B-C50C-407E-A947-70E740481C1C}">
                <a14:useLocalDpi xmlns:a14="http://schemas.microsoft.com/office/drawing/2010/main" val="0"/>
              </a:ext>
            </a:extLst>
          </a:blip>
          <a:srcRect t="3753" r="62036" b="-3753"/>
          <a:stretch/>
        </p:blipFill>
        <p:spPr bwMode="auto">
          <a:xfrm>
            <a:off x="5715000" y="3733800"/>
            <a:ext cx="2667000" cy="32766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59893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4525963"/>
          </a:xfrm>
        </p:spPr>
        <p:txBody>
          <a:bodyPr>
            <a:normAutofit/>
          </a:bodyPr>
          <a:lstStyle/>
          <a:p>
            <a:r>
              <a:rPr lang="en-US" dirty="0" smtClean="0"/>
              <a:t>LCD </a:t>
            </a:r>
            <a:r>
              <a:rPr lang="en-US" dirty="0"/>
              <a:t>display is selected to display words for simple notifications and password symbols for the locking device. </a:t>
            </a:r>
            <a:endParaRPr lang="en-US" dirty="0" smtClean="0"/>
          </a:p>
          <a:p>
            <a:r>
              <a:rPr lang="en-US" dirty="0" smtClean="0"/>
              <a:t>The </a:t>
            </a:r>
            <a:r>
              <a:rPr lang="en-US" dirty="0"/>
              <a:t>word contrast of the LCD can be adjusted using potential meter for clearer or better viewing depending on the need and lighting conditions</a:t>
            </a:r>
            <a:r>
              <a:rPr lang="en-US" dirty="0" smtClean="0"/>
              <a:t>.</a:t>
            </a:r>
          </a:p>
          <a:p>
            <a:r>
              <a:rPr lang="en-US" dirty="0"/>
              <a:t>These connections provide the power supply, input values and also to display the words and password symbols.</a:t>
            </a:r>
          </a:p>
          <a:p>
            <a:endParaRPr lang="en-US" dirty="0"/>
          </a:p>
          <a:p>
            <a:endParaRPr lang="en-US" dirty="0"/>
          </a:p>
        </p:txBody>
      </p:sp>
      <p:sp>
        <p:nvSpPr>
          <p:cNvPr id="3" name="Title 2"/>
          <p:cNvSpPr>
            <a:spLocks noGrp="1"/>
          </p:cNvSpPr>
          <p:nvPr>
            <p:ph type="title"/>
          </p:nvPr>
        </p:nvSpPr>
        <p:spPr/>
        <p:txBody>
          <a:bodyPr>
            <a:normAutofit fontScale="90000"/>
          </a:bodyPr>
          <a:lstStyle/>
          <a:p>
            <a:r>
              <a:rPr lang="en-US" dirty="0"/>
              <a:t>LCD SCREEN DISPLAY</a:t>
            </a:r>
            <a:br>
              <a:rPr lang="en-US" dirty="0"/>
            </a:br>
            <a:endParaRPr 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5486400" y="5029200"/>
            <a:ext cx="3635829" cy="1905000"/>
          </a:xfrm>
          <a:prstGeom prst="rect">
            <a:avLst/>
          </a:prstGeom>
          <a:noFill/>
          <a:ln>
            <a:noFill/>
          </a:ln>
        </p:spPr>
      </p:pic>
    </p:spTree>
    <p:extLst>
      <p:ext uri="{BB962C8B-B14F-4D97-AF65-F5344CB8AC3E}">
        <p14:creationId xmlns:p14="http://schemas.microsoft.com/office/powerpoint/2010/main" val="3569985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A </a:t>
            </a:r>
            <a:r>
              <a:rPr lang="en-US" dirty="0"/>
              <a:t>4x4 keypad is used as an input device to receive the password or pin number from the individuals that wants to be granted </a:t>
            </a:r>
            <a:r>
              <a:rPr lang="en-US" dirty="0" smtClean="0"/>
              <a:t>access.</a:t>
            </a:r>
          </a:p>
          <a:p>
            <a:r>
              <a:rPr lang="en-US" dirty="0" smtClean="0"/>
              <a:t>The </a:t>
            </a:r>
            <a:r>
              <a:rPr lang="en-US" dirty="0"/>
              <a:t>keypad consists of 16 different inputs, 10 which are numerals (0-9), 4 alphabets (A-D) and 2 additional symbols.</a:t>
            </a:r>
          </a:p>
          <a:p>
            <a:endParaRPr lang="en-US" dirty="0"/>
          </a:p>
        </p:txBody>
      </p:sp>
      <p:sp>
        <p:nvSpPr>
          <p:cNvPr id="3" name="Title 2"/>
          <p:cNvSpPr>
            <a:spLocks noGrp="1"/>
          </p:cNvSpPr>
          <p:nvPr>
            <p:ph type="title"/>
          </p:nvPr>
        </p:nvSpPr>
        <p:spPr/>
        <p:txBody>
          <a:bodyPr>
            <a:normAutofit fontScale="90000"/>
          </a:bodyPr>
          <a:lstStyle/>
          <a:p>
            <a:r>
              <a:rPr lang="en-US" dirty="0"/>
              <a:t>KEYPAD</a:t>
            </a:r>
            <a:br>
              <a:rPr lang="en-US" dirty="0"/>
            </a:br>
            <a:endParaRPr lang="en-US" dirty="0"/>
          </a:p>
        </p:txBody>
      </p:sp>
      <p:pic>
        <p:nvPicPr>
          <p:cNvPr id="4" name="Picture 3"/>
          <p:cNvPicPr/>
          <p:nvPr/>
        </p:nvPicPr>
        <p:blipFill>
          <a:blip r:embed="rId2" cstate="print"/>
          <a:srcRect/>
          <a:stretch>
            <a:fillRect/>
          </a:stretch>
        </p:blipFill>
        <p:spPr bwMode="auto">
          <a:xfrm>
            <a:off x="5029200" y="3955143"/>
            <a:ext cx="3810000" cy="2895600"/>
          </a:xfrm>
          <a:prstGeom prst="rect">
            <a:avLst/>
          </a:prstGeom>
          <a:noFill/>
          <a:ln w="9525">
            <a:noFill/>
            <a:miter lim="800000"/>
            <a:headEnd/>
            <a:tailEnd/>
          </a:ln>
        </p:spPr>
      </p:pic>
    </p:spTree>
    <p:extLst>
      <p:ext uri="{BB962C8B-B14F-4D97-AF65-F5344CB8AC3E}">
        <p14:creationId xmlns:p14="http://schemas.microsoft.com/office/powerpoint/2010/main" val="2260090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relay and buzzer is used as the output of the device to show that the circuit functions as desired. </a:t>
            </a:r>
            <a:endParaRPr lang="en-US" dirty="0" smtClean="0"/>
          </a:p>
          <a:p>
            <a:r>
              <a:rPr lang="en-US" dirty="0" smtClean="0"/>
              <a:t>The </a:t>
            </a:r>
            <a:r>
              <a:rPr lang="en-US" dirty="0"/>
              <a:t>relay can be connected to a magnetic lock and when the relay is triggered, the magnetic lock would lock or release the </a:t>
            </a:r>
            <a:r>
              <a:rPr lang="en-US" dirty="0" smtClean="0"/>
              <a:t>lock.</a:t>
            </a:r>
          </a:p>
          <a:p>
            <a:r>
              <a:rPr lang="en-US" dirty="0" smtClean="0"/>
              <a:t>The </a:t>
            </a:r>
            <a:r>
              <a:rPr lang="en-US" dirty="0"/>
              <a:t>buzzer functions as an alarm to notify if there is a breach or a forced entry. </a:t>
            </a:r>
          </a:p>
        </p:txBody>
      </p:sp>
      <p:sp>
        <p:nvSpPr>
          <p:cNvPr id="3" name="Title 2"/>
          <p:cNvSpPr>
            <a:spLocks noGrp="1"/>
          </p:cNvSpPr>
          <p:nvPr>
            <p:ph type="title"/>
          </p:nvPr>
        </p:nvSpPr>
        <p:spPr/>
        <p:txBody>
          <a:bodyPr>
            <a:normAutofit fontScale="90000"/>
          </a:bodyPr>
          <a:lstStyle/>
          <a:p>
            <a:r>
              <a:rPr lang="en-US" dirty="0"/>
              <a:t>RELAY AND BUZZER</a:t>
            </a:r>
            <a:br>
              <a:rPr lang="en-US" dirty="0"/>
            </a:br>
            <a:endParaRPr lang="en-US" dirty="0"/>
          </a:p>
        </p:txBody>
      </p:sp>
    </p:spTree>
    <p:extLst>
      <p:ext uri="{BB962C8B-B14F-4D97-AF65-F5344CB8AC3E}">
        <p14:creationId xmlns:p14="http://schemas.microsoft.com/office/powerpoint/2010/main" val="19266069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2133600"/>
            <a:ext cx="8229600" cy="1828800"/>
          </a:xfrm>
        </p:spPr>
        <p:txBody>
          <a:bodyPr/>
          <a:lstStyle/>
          <a:p>
            <a:pPr algn="ctr"/>
            <a:r>
              <a:rPr lang="en-US" dirty="0" smtClean="0"/>
              <a:t>SCHEMATICS</a:t>
            </a:r>
            <a:endParaRPr lang="en-US" dirty="0"/>
          </a:p>
        </p:txBody>
      </p:sp>
    </p:spTree>
    <p:extLst>
      <p:ext uri="{BB962C8B-B14F-4D97-AF65-F5344CB8AC3E}">
        <p14:creationId xmlns:p14="http://schemas.microsoft.com/office/powerpoint/2010/main" val="362496727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0"/>
            <a:ext cx="10896600" cy="7086600"/>
          </a:xfrm>
        </p:spPr>
      </p:pic>
    </p:spTree>
    <p:extLst>
      <p:ext uri="{BB962C8B-B14F-4D97-AF65-F5344CB8AC3E}">
        <p14:creationId xmlns:p14="http://schemas.microsoft.com/office/powerpoint/2010/main" val="35864877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858000"/>
          </a:xfrm>
        </p:spPr>
      </p:pic>
    </p:spTree>
    <p:extLst>
      <p:ext uri="{BB962C8B-B14F-4D97-AF65-F5344CB8AC3E}">
        <p14:creationId xmlns:p14="http://schemas.microsoft.com/office/powerpoint/2010/main" val="314298200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0"/>
            <a:ext cx="8229600" cy="4983162"/>
          </a:xfrm>
        </p:spPr>
        <p:txBody>
          <a:bodyPr>
            <a:normAutofit/>
          </a:bodyPr>
          <a:lstStyle/>
          <a:p>
            <a:pPr algn="ctr"/>
            <a:r>
              <a:rPr lang="en-US" sz="7200" dirty="0" smtClean="0"/>
              <a:t>QUESTIONS AND DEMO</a:t>
            </a:r>
            <a:endParaRPr lang="en-US" sz="7200" dirty="0"/>
          </a:p>
        </p:txBody>
      </p:sp>
    </p:spTree>
    <p:extLst>
      <p:ext uri="{BB962C8B-B14F-4D97-AF65-F5344CB8AC3E}">
        <p14:creationId xmlns:p14="http://schemas.microsoft.com/office/powerpoint/2010/main" val="162681918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3419</TotalTime>
  <Words>677</Words>
  <Application>Microsoft Office PowerPoint</Application>
  <PresentationFormat>On-screen Show (4:3)</PresentationFormat>
  <Paragraphs>97</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Concourse</vt:lpstr>
      <vt:lpstr>Final Year Presentation (Part 2)  </vt:lpstr>
      <vt:lpstr>Project Title 4534: DESIGN AND IMPLEMENTATION OF DIGITAL LOCK SYSTEM WITH BUILT-IN CAMERA </vt:lpstr>
      <vt:lpstr>Aims and Objectives</vt:lpstr>
      <vt:lpstr>Security Facts at Homes </vt:lpstr>
      <vt:lpstr>Security Facts at Work Places</vt:lpstr>
      <vt:lpstr>Flow Diagram of Project </vt:lpstr>
      <vt:lpstr>Device Flow Diagram</vt:lpstr>
      <vt:lpstr>Program Flowchart</vt:lpstr>
      <vt:lpstr>Program Flowchart</vt:lpstr>
      <vt:lpstr>Program Flowchart</vt:lpstr>
      <vt:lpstr>Program Flowchart</vt:lpstr>
      <vt:lpstr>Flow of face recognition systems</vt:lpstr>
      <vt:lpstr>Face Recognition Technique</vt:lpstr>
      <vt:lpstr>Face Recognition  Flow Diagram </vt:lpstr>
      <vt:lpstr>PowerPoint Presentation</vt:lpstr>
      <vt:lpstr>Face Recognition Program</vt:lpstr>
      <vt:lpstr>PowerPoint Presentation</vt:lpstr>
      <vt:lpstr>PowerPoint Presentation</vt:lpstr>
      <vt:lpstr>PowerPoint Presentation</vt:lpstr>
      <vt:lpstr>PowerPoint Presentation</vt:lpstr>
      <vt:lpstr>Example of output</vt:lpstr>
      <vt:lpstr>Digital Lock  Flow Diagram</vt:lpstr>
      <vt:lpstr>PowerPoint Presentation</vt:lpstr>
      <vt:lpstr>Hardware Component Explaination </vt:lpstr>
      <vt:lpstr>PIC16F877A MICROCONTROLLER </vt:lpstr>
      <vt:lpstr>LCD SCREEN DISPLAY </vt:lpstr>
      <vt:lpstr>KEYPAD </vt:lpstr>
      <vt:lpstr>RELAY AND BUZZER </vt:lpstr>
      <vt:lpstr>SCHEMATICS</vt:lpstr>
      <vt:lpstr>PowerPoint Presentation</vt:lpstr>
      <vt:lpstr>PowerPoint Presentation</vt:lpstr>
      <vt:lpstr>QUESTIONS AND DEMO</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LOCK SYSTEM WITH BUILT-IN CAMERA</dc:title>
  <dc:creator>acer</dc:creator>
  <cp:lastModifiedBy>Dr.C.Senthilpari</cp:lastModifiedBy>
  <cp:revision>35</cp:revision>
  <dcterms:created xsi:type="dcterms:W3CDTF">2012-09-03T02:08:47Z</dcterms:created>
  <dcterms:modified xsi:type="dcterms:W3CDTF">2013-04-19T08:30:52Z</dcterms:modified>
</cp:coreProperties>
</file>