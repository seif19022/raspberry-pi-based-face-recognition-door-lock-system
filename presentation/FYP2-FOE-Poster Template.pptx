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56" r:id="rId2"/>
  </p:sldIdLst>
  <p:sldSz cx="21396325" cy="30267275"/>
  <p:notesSz cx="6858000" cy="9144000"/>
  <p:defaultTextStyle>
    <a:defPPr>
      <a:defRPr lang="en-US"/>
    </a:defPPr>
    <a:lvl1pPr marL="0" algn="l" defTabSz="2479853" rtl="0" eaLnBrk="1" latinLnBrk="0" hangingPunct="1">
      <a:defRPr sz="4882" kern="1200">
        <a:solidFill>
          <a:schemeClr val="tx1"/>
        </a:solidFill>
        <a:latin typeface="+mn-lt"/>
        <a:ea typeface="+mn-ea"/>
        <a:cs typeface="+mn-cs"/>
      </a:defRPr>
    </a:lvl1pPr>
    <a:lvl2pPr marL="1239926" algn="l" defTabSz="2479853" rtl="0" eaLnBrk="1" latinLnBrk="0" hangingPunct="1">
      <a:defRPr sz="4882" kern="1200">
        <a:solidFill>
          <a:schemeClr val="tx1"/>
        </a:solidFill>
        <a:latin typeface="+mn-lt"/>
        <a:ea typeface="+mn-ea"/>
        <a:cs typeface="+mn-cs"/>
      </a:defRPr>
    </a:lvl2pPr>
    <a:lvl3pPr marL="2479853" algn="l" defTabSz="2479853" rtl="0" eaLnBrk="1" latinLnBrk="0" hangingPunct="1">
      <a:defRPr sz="4882" kern="1200">
        <a:solidFill>
          <a:schemeClr val="tx1"/>
        </a:solidFill>
        <a:latin typeface="+mn-lt"/>
        <a:ea typeface="+mn-ea"/>
        <a:cs typeface="+mn-cs"/>
      </a:defRPr>
    </a:lvl3pPr>
    <a:lvl4pPr marL="3719779" algn="l" defTabSz="2479853" rtl="0" eaLnBrk="1" latinLnBrk="0" hangingPunct="1">
      <a:defRPr sz="4882" kern="1200">
        <a:solidFill>
          <a:schemeClr val="tx1"/>
        </a:solidFill>
        <a:latin typeface="+mn-lt"/>
        <a:ea typeface="+mn-ea"/>
        <a:cs typeface="+mn-cs"/>
      </a:defRPr>
    </a:lvl4pPr>
    <a:lvl5pPr marL="4959706" algn="l" defTabSz="2479853" rtl="0" eaLnBrk="1" latinLnBrk="0" hangingPunct="1">
      <a:defRPr sz="4882" kern="1200">
        <a:solidFill>
          <a:schemeClr val="tx1"/>
        </a:solidFill>
        <a:latin typeface="+mn-lt"/>
        <a:ea typeface="+mn-ea"/>
        <a:cs typeface="+mn-cs"/>
      </a:defRPr>
    </a:lvl5pPr>
    <a:lvl6pPr marL="6199632" algn="l" defTabSz="2479853" rtl="0" eaLnBrk="1" latinLnBrk="0" hangingPunct="1">
      <a:defRPr sz="4882" kern="1200">
        <a:solidFill>
          <a:schemeClr val="tx1"/>
        </a:solidFill>
        <a:latin typeface="+mn-lt"/>
        <a:ea typeface="+mn-ea"/>
        <a:cs typeface="+mn-cs"/>
      </a:defRPr>
    </a:lvl6pPr>
    <a:lvl7pPr marL="7439558" algn="l" defTabSz="2479853" rtl="0" eaLnBrk="1" latinLnBrk="0" hangingPunct="1">
      <a:defRPr sz="4882" kern="1200">
        <a:solidFill>
          <a:schemeClr val="tx1"/>
        </a:solidFill>
        <a:latin typeface="+mn-lt"/>
        <a:ea typeface="+mn-ea"/>
        <a:cs typeface="+mn-cs"/>
      </a:defRPr>
    </a:lvl7pPr>
    <a:lvl8pPr marL="8679485" algn="l" defTabSz="2479853" rtl="0" eaLnBrk="1" latinLnBrk="0" hangingPunct="1">
      <a:defRPr sz="4882" kern="1200">
        <a:solidFill>
          <a:schemeClr val="tx1"/>
        </a:solidFill>
        <a:latin typeface="+mn-lt"/>
        <a:ea typeface="+mn-ea"/>
        <a:cs typeface="+mn-cs"/>
      </a:defRPr>
    </a:lvl8pPr>
    <a:lvl9pPr marL="9919411" algn="l" defTabSz="2479853" rtl="0" eaLnBrk="1" latinLnBrk="0" hangingPunct="1">
      <a:defRPr sz="4882"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533">
          <p15:clr>
            <a:srgbClr val="A4A3A4"/>
          </p15:clr>
        </p15:guide>
        <p15:guide id="2" pos="67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0" autoAdjust="0"/>
    <p:restoredTop sz="95221" autoAdjust="0"/>
  </p:normalViewPr>
  <p:slideViewPr>
    <p:cSldViewPr snapToGrid="0">
      <p:cViewPr varScale="1">
        <p:scale>
          <a:sx n="25" d="100"/>
          <a:sy n="25" d="100"/>
        </p:scale>
        <p:origin x="3144" y="42"/>
      </p:cViewPr>
      <p:guideLst>
        <p:guide orient="horz" pos="9533"/>
        <p:guide pos="67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BCC7F2-E90A-414F-8686-ACE5AB63EFC1}" type="datetimeFigureOut">
              <a:rPr lang="en-US" smtClean="0"/>
              <a:t>10-Mar-25</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99935E-E14F-45BE-8B10-F7FE2E98BB5A}" type="slidenum">
              <a:rPr lang="en-US" smtClean="0"/>
              <a:t>‹#›</a:t>
            </a:fld>
            <a:endParaRPr lang="en-US"/>
          </a:p>
        </p:txBody>
      </p:sp>
    </p:spTree>
    <p:extLst>
      <p:ext uri="{BB962C8B-B14F-4D97-AF65-F5344CB8AC3E}">
        <p14:creationId xmlns:p14="http://schemas.microsoft.com/office/powerpoint/2010/main" val="2616603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Empty Template</a:t>
            </a:r>
          </a:p>
        </p:txBody>
      </p:sp>
      <p:sp>
        <p:nvSpPr>
          <p:cNvPr id="4" name="Slide Number Placeholder 3"/>
          <p:cNvSpPr>
            <a:spLocks noGrp="1"/>
          </p:cNvSpPr>
          <p:nvPr>
            <p:ph type="sldNum" sz="quarter" idx="10"/>
          </p:nvPr>
        </p:nvSpPr>
        <p:spPr/>
        <p:txBody>
          <a:bodyPr/>
          <a:lstStyle/>
          <a:p>
            <a:fld id="{0B99935E-E14F-45BE-8B10-F7FE2E98BB5A}" type="slidenum">
              <a:rPr lang="en-US" smtClean="0"/>
              <a:t>1</a:t>
            </a:fld>
            <a:endParaRPr lang="en-US"/>
          </a:p>
        </p:txBody>
      </p:sp>
    </p:spTree>
    <p:extLst>
      <p:ext uri="{BB962C8B-B14F-4D97-AF65-F5344CB8AC3E}">
        <p14:creationId xmlns:p14="http://schemas.microsoft.com/office/powerpoint/2010/main" val="33961653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4726" y="4953467"/>
            <a:ext cx="18186876" cy="10537496"/>
          </a:xfrm>
        </p:spPr>
        <p:txBody>
          <a:bodyPr anchor="b"/>
          <a:lstStyle>
            <a:lvl1pPr algn="ctr">
              <a:defRPr sz="14038"/>
            </a:lvl1pPr>
          </a:lstStyle>
          <a:p>
            <a:r>
              <a:rPr lang="en-US"/>
              <a:t>Click to edit Master title style</a:t>
            </a:r>
            <a:endParaRPr lang="en-US" dirty="0"/>
          </a:p>
        </p:txBody>
      </p:sp>
      <p:sp>
        <p:nvSpPr>
          <p:cNvPr id="3" name="Subtitle 2"/>
          <p:cNvSpPr>
            <a:spLocks noGrp="1"/>
          </p:cNvSpPr>
          <p:nvPr>
            <p:ph type="subTitle" idx="1"/>
          </p:nvPr>
        </p:nvSpPr>
        <p:spPr>
          <a:xfrm>
            <a:off x="2674542" y="15897329"/>
            <a:ext cx="16047244" cy="7307583"/>
          </a:xfrm>
        </p:spPr>
        <p:txBody>
          <a:bodyPr/>
          <a:lstStyle>
            <a:lvl1pPr marL="0" indent="0" algn="ctr">
              <a:buNone/>
              <a:defRPr sz="5616"/>
            </a:lvl1pPr>
            <a:lvl2pPr marL="1069781" indent="0" algn="ctr">
              <a:buNone/>
              <a:defRPr sz="4679"/>
            </a:lvl2pPr>
            <a:lvl3pPr marL="2139564" indent="0" algn="ctr">
              <a:buNone/>
              <a:defRPr sz="4211"/>
            </a:lvl3pPr>
            <a:lvl4pPr marL="3209345" indent="0" algn="ctr">
              <a:buNone/>
              <a:defRPr sz="3744"/>
            </a:lvl4pPr>
            <a:lvl5pPr marL="4279127" indent="0" algn="ctr">
              <a:buNone/>
              <a:defRPr sz="3744"/>
            </a:lvl5pPr>
            <a:lvl6pPr marL="5348908" indent="0" algn="ctr">
              <a:buNone/>
              <a:defRPr sz="3744"/>
            </a:lvl6pPr>
            <a:lvl7pPr marL="6418691" indent="0" algn="ctr">
              <a:buNone/>
              <a:defRPr sz="3744"/>
            </a:lvl7pPr>
            <a:lvl8pPr marL="7488472" indent="0" algn="ctr">
              <a:buNone/>
              <a:defRPr sz="3744"/>
            </a:lvl8pPr>
            <a:lvl9pPr marL="8558254" indent="0" algn="ctr">
              <a:buNone/>
              <a:defRPr sz="3744"/>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CA2BD1B-3091-4572-9956-D36DCF42631E}" type="datetimeFigureOut">
              <a:rPr lang="en-US" smtClean="0"/>
              <a:t>10-Mar-25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58BDDA-7B18-4AC1-A2AA-60372D0E54A2}" type="slidenum">
              <a:rPr lang="en-US" smtClean="0"/>
              <a:t>‹#›</a:t>
            </a:fld>
            <a:endParaRPr lang="en-US"/>
          </a:p>
        </p:txBody>
      </p:sp>
    </p:spTree>
    <p:extLst>
      <p:ext uri="{BB962C8B-B14F-4D97-AF65-F5344CB8AC3E}">
        <p14:creationId xmlns:p14="http://schemas.microsoft.com/office/powerpoint/2010/main" val="565210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A2BD1B-3091-4572-9956-D36DCF42631E}" type="datetimeFigureOut">
              <a:rPr lang="en-US" smtClean="0"/>
              <a:t>10-Mar-25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58BDDA-7B18-4AC1-A2AA-60372D0E54A2}" type="slidenum">
              <a:rPr lang="en-US" smtClean="0"/>
              <a:t>‹#›</a:t>
            </a:fld>
            <a:endParaRPr lang="en-US"/>
          </a:p>
        </p:txBody>
      </p:sp>
    </p:spTree>
    <p:extLst>
      <p:ext uri="{BB962C8B-B14F-4D97-AF65-F5344CB8AC3E}">
        <p14:creationId xmlns:p14="http://schemas.microsoft.com/office/powerpoint/2010/main" val="24305270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9855" y="7545811"/>
            <a:ext cx="18454330" cy="12590343"/>
          </a:xfrm>
        </p:spPr>
        <p:txBody>
          <a:bodyPr anchor="b"/>
          <a:lstStyle>
            <a:lvl1pPr>
              <a:defRPr sz="14038"/>
            </a:lvl1pPr>
          </a:lstStyle>
          <a:p>
            <a:r>
              <a:rPr lang="en-US"/>
              <a:t>Click to edit Master title style</a:t>
            </a:r>
            <a:endParaRPr lang="en-US" dirty="0"/>
          </a:p>
        </p:txBody>
      </p:sp>
      <p:sp>
        <p:nvSpPr>
          <p:cNvPr id="3" name="Text Placeholder 2"/>
          <p:cNvSpPr>
            <a:spLocks noGrp="1"/>
          </p:cNvSpPr>
          <p:nvPr>
            <p:ph type="body" idx="1"/>
          </p:nvPr>
        </p:nvSpPr>
        <p:spPr>
          <a:xfrm>
            <a:off x="1459855" y="20255263"/>
            <a:ext cx="18454330" cy="6620963"/>
          </a:xfrm>
        </p:spPr>
        <p:txBody>
          <a:bodyPr/>
          <a:lstStyle>
            <a:lvl1pPr marL="0" indent="0">
              <a:buNone/>
              <a:defRPr sz="5616">
                <a:solidFill>
                  <a:schemeClr val="tx1"/>
                </a:solidFill>
              </a:defRPr>
            </a:lvl1pPr>
            <a:lvl2pPr marL="1069781" indent="0">
              <a:buNone/>
              <a:defRPr sz="4679">
                <a:solidFill>
                  <a:schemeClr val="tx1">
                    <a:tint val="75000"/>
                  </a:schemeClr>
                </a:solidFill>
              </a:defRPr>
            </a:lvl2pPr>
            <a:lvl3pPr marL="2139564" indent="0">
              <a:buNone/>
              <a:defRPr sz="4211">
                <a:solidFill>
                  <a:schemeClr val="tx1">
                    <a:tint val="75000"/>
                  </a:schemeClr>
                </a:solidFill>
              </a:defRPr>
            </a:lvl3pPr>
            <a:lvl4pPr marL="3209345" indent="0">
              <a:buNone/>
              <a:defRPr sz="3744">
                <a:solidFill>
                  <a:schemeClr val="tx1">
                    <a:tint val="75000"/>
                  </a:schemeClr>
                </a:solidFill>
              </a:defRPr>
            </a:lvl4pPr>
            <a:lvl5pPr marL="4279127" indent="0">
              <a:buNone/>
              <a:defRPr sz="3744">
                <a:solidFill>
                  <a:schemeClr val="tx1">
                    <a:tint val="75000"/>
                  </a:schemeClr>
                </a:solidFill>
              </a:defRPr>
            </a:lvl5pPr>
            <a:lvl6pPr marL="5348908" indent="0">
              <a:buNone/>
              <a:defRPr sz="3744">
                <a:solidFill>
                  <a:schemeClr val="tx1">
                    <a:tint val="75000"/>
                  </a:schemeClr>
                </a:solidFill>
              </a:defRPr>
            </a:lvl6pPr>
            <a:lvl7pPr marL="6418691" indent="0">
              <a:buNone/>
              <a:defRPr sz="3744">
                <a:solidFill>
                  <a:schemeClr val="tx1">
                    <a:tint val="75000"/>
                  </a:schemeClr>
                </a:solidFill>
              </a:defRPr>
            </a:lvl7pPr>
            <a:lvl8pPr marL="7488472" indent="0">
              <a:buNone/>
              <a:defRPr sz="3744">
                <a:solidFill>
                  <a:schemeClr val="tx1">
                    <a:tint val="75000"/>
                  </a:schemeClr>
                </a:solidFill>
              </a:defRPr>
            </a:lvl8pPr>
            <a:lvl9pPr marL="8558254" indent="0">
              <a:buNone/>
              <a:defRPr sz="3744">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A2BD1B-3091-4572-9956-D36DCF42631E}" type="datetimeFigureOut">
              <a:rPr lang="en-US" smtClean="0"/>
              <a:t>10-Mar-25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58BDDA-7B18-4AC1-A2AA-60372D0E54A2}" type="slidenum">
              <a:rPr lang="en-US" smtClean="0"/>
              <a:t>‹#›</a:t>
            </a:fld>
            <a:endParaRPr lang="en-US"/>
          </a:p>
        </p:txBody>
      </p:sp>
    </p:spTree>
    <p:extLst>
      <p:ext uri="{BB962C8B-B14F-4D97-AF65-F5344CB8AC3E}">
        <p14:creationId xmlns:p14="http://schemas.microsoft.com/office/powerpoint/2010/main" val="706320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70997" y="8057261"/>
            <a:ext cx="9093438" cy="192043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831890" y="8057261"/>
            <a:ext cx="9093438" cy="192043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A2BD1B-3091-4572-9956-D36DCF42631E}" type="datetimeFigureOut">
              <a:rPr lang="en-US" smtClean="0"/>
              <a:t>10-Mar-25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58BDDA-7B18-4AC1-A2AA-60372D0E54A2}" type="slidenum">
              <a:rPr lang="en-US" smtClean="0"/>
              <a:t>‹#›</a:t>
            </a:fld>
            <a:endParaRPr lang="en-US"/>
          </a:p>
        </p:txBody>
      </p:sp>
    </p:spTree>
    <p:extLst>
      <p:ext uri="{BB962C8B-B14F-4D97-AF65-F5344CB8AC3E}">
        <p14:creationId xmlns:p14="http://schemas.microsoft.com/office/powerpoint/2010/main" val="2052912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73784" y="1611459"/>
            <a:ext cx="18454330" cy="5850274"/>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73787" y="7419689"/>
            <a:ext cx="9051647" cy="3636274"/>
          </a:xfrm>
        </p:spPr>
        <p:txBody>
          <a:bodyPr anchor="b"/>
          <a:lstStyle>
            <a:lvl1pPr marL="0" indent="0">
              <a:buNone/>
              <a:defRPr sz="5616" b="1"/>
            </a:lvl1pPr>
            <a:lvl2pPr marL="1069781" indent="0">
              <a:buNone/>
              <a:defRPr sz="4679" b="1"/>
            </a:lvl2pPr>
            <a:lvl3pPr marL="2139564" indent="0">
              <a:buNone/>
              <a:defRPr sz="4211" b="1"/>
            </a:lvl3pPr>
            <a:lvl4pPr marL="3209345" indent="0">
              <a:buNone/>
              <a:defRPr sz="3744" b="1"/>
            </a:lvl4pPr>
            <a:lvl5pPr marL="4279127" indent="0">
              <a:buNone/>
              <a:defRPr sz="3744" b="1"/>
            </a:lvl5pPr>
            <a:lvl6pPr marL="5348908" indent="0">
              <a:buNone/>
              <a:defRPr sz="3744" b="1"/>
            </a:lvl6pPr>
            <a:lvl7pPr marL="6418691" indent="0">
              <a:buNone/>
              <a:defRPr sz="3744" b="1"/>
            </a:lvl7pPr>
            <a:lvl8pPr marL="7488472" indent="0">
              <a:buNone/>
              <a:defRPr sz="3744" b="1"/>
            </a:lvl8pPr>
            <a:lvl9pPr marL="8558254" indent="0">
              <a:buNone/>
              <a:defRPr sz="3744" b="1"/>
            </a:lvl9pPr>
          </a:lstStyle>
          <a:p>
            <a:pPr lvl="0"/>
            <a:r>
              <a:rPr lang="en-US"/>
              <a:t>Click to edit Master text styles</a:t>
            </a:r>
          </a:p>
        </p:txBody>
      </p:sp>
      <p:sp>
        <p:nvSpPr>
          <p:cNvPr id="4" name="Content Placeholder 3"/>
          <p:cNvSpPr>
            <a:spLocks noGrp="1"/>
          </p:cNvSpPr>
          <p:nvPr>
            <p:ph sz="half" idx="2"/>
          </p:nvPr>
        </p:nvSpPr>
        <p:spPr>
          <a:xfrm>
            <a:off x="1473787" y="11055963"/>
            <a:ext cx="9051647" cy="162616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831892" y="7419689"/>
            <a:ext cx="9096225" cy="3636274"/>
          </a:xfrm>
        </p:spPr>
        <p:txBody>
          <a:bodyPr anchor="b"/>
          <a:lstStyle>
            <a:lvl1pPr marL="0" indent="0">
              <a:buNone/>
              <a:defRPr sz="5616" b="1"/>
            </a:lvl1pPr>
            <a:lvl2pPr marL="1069781" indent="0">
              <a:buNone/>
              <a:defRPr sz="4679" b="1"/>
            </a:lvl2pPr>
            <a:lvl3pPr marL="2139564" indent="0">
              <a:buNone/>
              <a:defRPr sz="4211" b="1"/>
            </a:lvl3pPr>
            <a:lvl4pPr marL="3209345" indent="0">
              <a:buNone/>
              <a:defRPr sz="3744" b="1"/>
            </a:lvl4pPr>
            <a:lvl5pPr marL="4279127" indent="0">
              <a:buNone/>
              <a:defRPr sz="3744" b="1"/>
            </a:lvl5pPr>
            <a:lvl6pPr marL="5348908" indent="0">
              <a:buNone/>
              <a:defRPr sz="3744" b="1"/>
            </a:lvl6pPr>
            <a:lvl7pPr marL="6418691" indent="0">
              <a:buNone/>
              <a:defRPr sz="3744" b="1"/>
            </a:lvl7pPr>
            <a:lvl8pPr marL="7488472" indent="0">
              <a:buNone/>
              <a:defRPr sz="3744" b="1"/>
            </a:lvl8pPr>
            <a:lvl9pPr marL="8558254" indent="0">
              <a:buNone/>
              <a:defRPr sz="3744" b="1"/>
            </a:lvl9pPr>
          </a:lstStyle>
          <a:p>
            <a:pPr lvl="0"/>
            <a:r>
              <a:rPr lang="en-US"/>
              <a:t>Click to edit Master text styles</a:t>
            </a:r>
          </a:p>
        </p:txBody>
      </p:sp>
      <p:sp>
        <p:nvSpPr>
          <p:cNvPr id="6" name="Content Placeholder 5"/>
          <p:cNvSpPr>
            <a:spLocks noGrp="1"/>
          </p:cNvSpPr>
          <p:nvPr>
            <p:ph sz="quarter" idx="4"/>
          </p:nvPr>
        </p:nvSpPr>
        <p:spPr>
          <a:xfrm>
            <a:off x="10831892" y="11055963"/>
            <a:ext cx="9096225" cy="162616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A2BD1B-3091-4572-9956-D36DCF42631E}" type="datetimeFigureOut">
              <a:rPr lang="en-US" smtClean="0"/>
              <a:t>10-Mar-25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58BDDA-7B18-4AC1-A2AA-60372D0E54A2}" type="slidenum">
              <a:rPr lang="en-US" smtClean="0"/>
              <a:t>‹#›</a:t>
            </a:fld>
            <a:endParaRPr lang="en-US"/>
          </a:p>
        </p:txBody>
      </p:sp>
    </p:spTree>
    <p:extLst>
      <p:ext uri="{BB962C8B-B14F-4D97-AF65-F5344CB8AC3E}">
        <p14:creationId xmlns:p14="http://schemas.microsoft.com/office/powerpoint/2010/main" val="2432032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A2BD1B-3091-4572-9956-D36DCF42631E}" type="datetimeFigureOut">
              <a:rPr lang="en-US" smtClean="0"/>
              <a:t>10-Mar-25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58BDDA-7B18-4AC1-A2AA-60372D0E54A2}" type="slidenum">
              <a:rPr lang="en-US" smtClean="0"/>
              <a:t>‹#›</a:t>
            </a:fld>
            <a:endParaRPr lang="en-US"/>
          </a:p>
        </p:txBody>
      </p:sp>
    </p:spTree>
    <p:extLst>
      <p:ext uri="{BB962C8B-B14F-4D97-AF65-F5344CB8AC3E}">
        <p14:creationId xmlns:p14="http://schemas.microsoft.com/office/powerpoint/2010/main" val="2417849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A2BD1B-3091-4572-9956-D36DCF42631E}" type="datetimeFigureOut">
              <a:rPr lang="en-US" smtClean="0"/>
              <a:t>10-Mar-25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58BDDA-7B18-4AC1-A2AA-60372D0E54A2}" type="slidenum">
              <a:rPr lang="en-US" smtClean="0"/>
              <a:t>‹#›</a:t>
            </a:fld>
            <a:endParaRPr lang="en-US"/>
          </a:p>
        </p:txBody>
      </p:sp>
    </p:spTree>
    <p:extLst>
      <p:ext uri="{BB962C8B-B14F-4D97-AF65-F5344CB8AC3E}">
        <p14:creationId xmlns:p14="http://schemas.microsoft.com/office/powerpoint/2010/main" val="4071367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3784" y="2017818"/>
            <a:ext cx="6900872" cy="7062364"/>
          </a:xfrm>
        </p:spPr>
        <p:txBody>
          <a:bodyPr anchor="b"/>
          <a:lstStyle>
            <a:lvl1pPr>
              <a:defRPr sz="7487"/>
            </a:lvl1pPr>
          </a:lstStyle>
          <a:p>
            <a:r>
              <a:rPr lang="en-US"/>
              <a:t>Click to edit Master title style</a:t>
            </a:r>
            <a:endParaRPr lang="en-US" dirty="0"/>
          </a:p>
        </p:txBody>
      </p:sp>
      <p:sp>
        <p:nvSpPr>
          <p:cNvPr id="3" name="Content Placeholder 2"/>
          <p:cNvSpPr>
            <a:spLocks noGrp="1"/>
          </p:cNvSpPr>
          <p:nvPr>
            <p:ph idx="1"/>
          </p:nvPr>
        </p:nvSpPr>
        <p:spPr>
          <a:xfrm>
            <a:off x="9096225" y="4357936"/>
            <a:ext cx="10831890" cy="21509383"/>
          </a:xfrm>
        </p:spPr>
        <p:txBody>
          <a:bodyPr/>
          <a:lstStyle>
            <a:lvl1pPr>
              <a:defRPr sz="7487"/>
            </a:lvl1pPr>
            <a:lvl2pPr>
              <a:defRPr sz="6552"/>
            </a:lvl2pPr>
            <a:lvl3pPr>
              <a:defRPr sz="5616"/>
            </a:lvl3pPr>
            <a:lvl4pPr>
              <a:defRPr sz="4679"/>
            </a:lvl4pPr>
            <a:lvl5pPr>
              <a:defRPr sz="4679"/>
            </a:lvl5pPr>
            <a:lvl6pPr>
              <a:defRPr sz="4679"/>
            </a:lvl6pPr>
            <a:lvl7pPr>
              <a:defRPr sz="4679"/>
            </a:lvl7pPr>
            <a:lvl8pPr>
              <a:defRPr sz="4679"/>
            </a:lvl8pPr>
            <a:lvl9pPr>
              <a:defRPr sz="467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73784" y="9080184"/>
            <a:ext cx="6900872" cy="16822160"/>
          </a:xfrm>
        </p:spPr>
        <p:txBody>
          <a:bodyPr/>
          <a:lstStyle>
            <a:lvl1pPr marL="0" indent="0">
              <a:buNone/>
              <a:defRPr sz="3744"/>
            </a:lvl1pPr>
            <a:lvl2pPr marL="1069781" indent="0">
              <a:buNone/>
              <a:defRPr sz="3276"/>
            </a:lvl2pPr>
            <a:lvl3pPr marL="2139564" indent="0">
              <a:buNone/>
              <a:defRPr sz="2808"/>
            </a:lvl3pPr>
            <a:lvl4pPr marL="3209345" indent="0">
              <a:buNone/>
              <a:defRPr sz="2340"/>
            </a:lvl4pPr>
            <a:lvl5pPr marL="4279127" indent="0">
              <a:buNone/>
              <a:defRPr sz="2340"/>
            </a:lvl5pPr>
            <a:lvl6pPr marL="5348908" indent="0">
              <a:buNone/>
              <a:defRPr sz="2340"/>
            </a:lvl6pPr>
            <a:lvl7pPr marL="6418691" indent="0">
              <a:buNone/>
              <a:defRPr sz="2340"/>
            </a:lvl7pPr>
            <a:lvl8pPr marL="7488472" indent="0">
              <a:buNone/>
              <a:defRPr sz="2340"/>
            </a:lvl8pPr>
            <a:lvl9pPr marL="8558254" indent="0">
              <a:buNone/>
              <a:defRPr sz="2340"/>
            </a:lvl9pPr>
          </a:lstStyle>
          <a:p>
            <a:pPr lvl="0"/>
            <a:r>
              <a:rPr lang="en-US"/>
              <a:t>Click to edit Master text styles</a:t>
            </a:r>
          </a:p>
        </p:txBody>
      </p:sp>
      <p:sp>
        <p:nvSpPr>
          <p:cNvPr id="5" name="Date Placeholder 4"/>
          <p:cNvSpPr>
            <a:spLocks noGrp="1"/>
          </p:cNvSpPr>
          <p:nvPr>
            <p:ph type="dt" sz="half" idx="10"/>
          </p:nvPr>
        </p:nvSpPr>
        <p:spPr/>
        <p:txBody>
          <a:bodyPr/>
          <a:lstStyle/>
          <a:p>
            <a:fld id="{1CA2BD1B-3091-4572-9956-D36DCF42631E}" type="datetimeFigureOut">
              <a:rPr lang="en-US" smtClean="0"/>
              <a:t>10-Mar-25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58BDDA-7B18-4AC1-A2AA-60372D0E54A2}" type="slidenum">
              <a:rPr lang="en-US" smtClean="0"/>
              <a:t>‹#›</a:t>
            </a:fld>
            <a:endParaRPr lang="en-US"/>
          </a:p>
        </p:txBody>
      </p:sp>
    </p:spTree>
    <p:extLst>
      <p:ext uri="{BB962C8B-B14F-4D97-AF65-F5344CB8AC3E}">
        <p14:creationId xmlns:p14="http://schemas.microsoft.com/office/powerpoint/2010/main" val="4261647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3784" y="2017818"/>
            <a:ext cx="6900872" cy="7062364"/>
          </a:xfrm>
        </p:spPr>
        <p:txBody>
          <a:bodyPr anchor="b"/>
          <a:lstStyle>
            <a:lvl1pPr>
              <a:defRPr sz="7487"/>
            </a:lvl1pPr>
          </a:lstStyle>
          <a:p>
            <a:r>
              <a:rPr lang="en-US"/>
              <a:t>Click to edit Master title style</a:t>
            </a:r>
            <a:endParaRPr lang="en-US" dirty="0"/>
          </a:p>
        </p:txBody>
      </p:sp>
      <p:sp>
        <p:nvSpPr>
          <p:cNvPr id="3" name="Picture Placeholder 2"/>
          <p:cNvSpPr>
            <a:spLocks noGrp="1" noChangeAspect="1"/>
          </p:cNvSpPr>
          <p:nvPr>
            <p:ph type="pic" idx="1"/>
          </p:nvPr>
        </p:nvSpPr>
        <p:spPr>
          <a:xfrm>
            <a:off x="9096225" y="4357936"/>
            <a:ext cx="10831890" cy="21509383"/>
          </a:xfrm>
        </p:spPr>
        <p:txBody>
          <a:bodyPr anchor="t"/>
          <a:lstStyle>
            <a:lvl1pPr marL="0" indent="0">
              <a:buNone/>
              <a:defRPr sz="7487"/>
            </a:lvl1pPr>
            <a:lvl2pPr marL="1069781" indent="0">
              <a:buNone/>
              <a:defRPr sz="6552"/>
            </a:lvl2pPr>
            <a:lvl3pPr marL="2139564" indent="0">
              <a:buNone/>
              <a:defRPr sz="5616"/>
            </a:lvl3pPr>
            <a:lvl4pPr marL="3209345" indent="0">
              <a:buNone/>
              <a:defRPr sz="4679"/>
            </a:lvl4pPr>
            <a:lvl5pPr marL="4279127" indent="0">
              <a:buNone/>
              <a:defRPr sz="4679"/>
            </a:lvl5pPr>
            <a:lvl6pPr marL="5348908" indent="0">
              <a:buNone/>
              <a:defRPr sz="4679"/>
            </a:lvl6pPr>
            <a:lvl7pPr marL="6418691" indent="0">
              <a:buNone/>
              <a:defRPr sz="4679"/>
            </a:lvl7pPr>
            <a:lvl8pPr marL="7488472" indent="0">
              <a:buNone/>
              <a:defRPr sz="4679"/>
            </a:lvl8pPr>
            <a:lvl9pPr marL="8558254" indent="0">
              <a:buNone/>
              <a:defRPr sz="4679"/>
            </a:lvl9pPr>
          </a:lstStyle>
          <a:p>
            <a:r>
              <a:rPr lang="en-US"/>
              <a:t>Click icon to add picture</a:t>
            </a:r>
            <a:endParaRPr lang="en-US" dirty="0"/>
          </a:p>
        </p:txBody>
      </p:sp>
      <p:sp>
        <p:nvSpPr>
          <p:cNvPr id="4" name="Text Placeholder 3"/>
          <p:cNvSpPr>
            <a:spLocks noGrp="1"/>
          </p:cNvSpPr>
          <p:nvPr>
            <p:ph type="body" sz="half" idx="2"/>
          </p:nvPr>
        </p:nvSpPr>
        <p:spPr>
          <a:xfrm>
            <a:off x="1473784" y="9080184"/>
            <a:ext cx="6900872" cy="16822160"/>
          </a:xfrm>
        </p:spPr>
        <p:txBody>
          <a:bodyPr/>
          <a:lstStyle>
            <a:lvl1pPr marL="0" indent="0">
              <a:buNone/>
              <a:defRPr sz="3744"/>
            </a:lvl1pPr>
            <a:lvl2pPr marL="1069781" indent="0">
              <a:buNone/>
              <a:defRPr sz="3276"/>
            </a:lvl2pPr>
            <a:lvl3pPr marL="2139564" indent="0">
              <a:buNone/>
              <a:defRPr sz="2808"/>
            </a:lvl3pPr>
            <a:lvl4pPr marL="3209345" indent="0">
              <a:buNone/>
              <a:defRPr sz="2340"/>
            </a:lvl4pPr>
            <a:lvl5pPr marL="4279127" indent="0">
              <a:buNone/>
              <a:defRPr sz="2340"/>
            </a:lvl5pPr>
            <a:lvl6pPr marL="5348908" indent="0">
              <a:buNone/>
              <a:defRPr sz="2340"/>
            </a:lvl6pPr>
            <a:lvl7pPr marL="6418691" indent="0">
              <a:buNone/>
              <a:defRPr sz="2340"/>
            </a:lvl7pPr>
            <a:lvl8pPr marL="7488472" indent="0">
              <a:buNone/>
              <a:defRPr sz="2340"/>
            </a:lvl8pPr>
            <a:lvl9pPr marL="8558254" indent="0">
              <a:buNone/>
              <a:defRPr sz="2340"/>
            </a:lvl9pPr>
          </a:lstStyle>
          <a:p>
            <a:pPr lvl="0"/>
            <a:r>
              <a:rPr lang="en-US"/>
              <a:t>Click to edit Master text styles</a:t>
            </a:r>
          </a:p>
        </p:txBody>
      </p:sp>
      <p:sp>
        <p:nvSpPr>
          <p:cNvPr id="5" name="Date Placeholder 4"/>
          <p:cNvSpPr>
            <a:spLocks noGrp="1"/>
          </p:cNvSpPr>
          <p:nvPr>
            <p:ph type="dt" sz="half" idx="10"/>
          </p:nvPr>
        </p:nvSpPr>
        <p:spPr/>
        <p:txBody>
          <a:bodyPr/>
          <a:lstStyle/>
          <a:p>
            <a:fld id="{1CA2BD1B-3091-4572-9956-D36DCF42631E}" type="datetimeFigureOut">
              <a:rPr lang="en-US" smtClean="0"/>
              <a:t>10-Mar-25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58BDDA-7B18-4AC1-A2AA-60372D0E54A2}" type="slidenum">
              <a:rPr lang="en-US" smtClean="0"/>
              <a:t>‹#›</a:t>
            </a:fld>
            <a:endParaRPr lang="en-US"/>
          </a:p>
        </p:txBody>
      </p:sp>
    </p:spTree>
    <p:extLst>
      <p:ext uri="{BB962C8B-B14F-4D97-AF65-F5344CB8AC3E}">
        <p14:creationId xmlns:p14="http://schemas.microsoft.com/office/powerpoint/2010/main" val="1955687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A2BD1B-3091-4572-9956-D36DCF42631E}" type="datetimeFigureOut">
              <a:rPr lang="en-US" smtClean="0"/>
              <a:t>10-Mar-25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58BDDA-7B18-4AC1-A2AA-60372D0E54A2}" type="slidenum">
              <a:rPr lang="en-US" smtClean="0"/>
              <a:t>‹#›</a:t>
            </a:fld>
            <a:endParaRPr lang="en-US"/>
          </a:p>
        </p:txBody>
      </p:sp>
    </p:spTree>
    <p:extLst>
      <p:ext uri="{BB962C8B-B14F-4D97-AF65-F5344CB8AC3E}">
        <p14:creationId xmlns:p14="http://schemas.microsoft.com/office/powerpoint/2010/main" val="20688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11747" y="1611453"/>
            <a:ext cx="4613583" cy="25650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70998" y="1611453"/>
            <a:ext cx="13573294" cy="25650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A2BD1B-3091-4572-9956-D36DCF42631E}" type="datetimeFigureOut">
              <a:rPr lang="en-US" smtClean="0"/>
              <a:t>10-Mar-25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58BDDA-7B18-4AC1-A2AA-60372D0E54A2}" type="slidenum">
              <a:rPr lang="en-US" smtClean="0"/>
              <a:t>‹#›</a:t>
            </a:fld>
            <a:endParaRPr lang="en-US"/>
          </a:p>
        </p:txBody>
      </p:sp>
    </p:spTree>
    <p:extLst>
      <p:ext uri="{BB962C8B-B14F-4D97-AF65-F5344CB8AC3E}">
        <p14:creationId xmlns:p14="http://schemas.microsoft.com/office/powerpoint/2010/main" val="3396857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998" y="1611459"/>
            <a:ext cx="18454330" cy="585027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70998" y="8057261"/>
            <a:ext cx="18454330" cy="1920430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70998" y="28053288"/>
            <a:ext cx="4814173" cy="1611452"/>
          </a:xfrm>
          <a:prstGeom prst="rect">
            <a:avLst/>
          </a:prstGeom>
        </p:spPr>
        <p:txBody>
          <a:bodyPr vert="horz" lIns="91440" tIns="45720" rIns="91440" bIns="45720" rtlCol="0" anchor="ctr"/>
          <a:lstStyle>
            <a:lvl1pPr algn="l">
              <a:defRPr sz="2808">
                <a:solidFill>
                  <a:schemeClr val="tx1">
                    <a:tint val="75000"/>
                  </a:schemeClr>
                </a:solidFill>
              </a:defRPr>
            </a:lvl1pPr>
          </a:lstStyle>
          <a:p>
            <a:fld id="{1CA2BD1B-3091-4572-9956-D36DCF42631E}" type="datetimeFigureOut">
              <a:rPr lang="en-US" smtClean="0"/>
              <a:t>10-Mar-25</a:t>
            </a:fld>
            <a:endParaRPr lang="en-US"/>
          </a:p>
        </p:txBody>
      </p:sp>
      <p:sp>
        <p:nvSpPr>
          <p:cNvPr id="5" name="Footer Placeholder 4"/>
          <p:cNvSpPr>
            <a:spLocks noGrp="1"/>
          </p:cNvSpPr>
          <p:nvPr>
            <p:ph type="ftr" sz="quarter" idx="3"/>
          </p:nvPr>
        </p:nvSpPr>
        <p:spPr>
          <a:xfrm>
            <a:off x="7087533" y="28053288"/>
            <a:ext cx="7221260" cy="1611452"/>
          </a:xfrm>
          <a:prstGeom prst="rect">
            <a:avLst/>
          </a:prstGeom>
        </p:spPr>
        <p:txBody>
          <a:bodyPr vert="horz" lIns="91440" tIns="45720" rIns="91440" bIns="45720" rtlCol="0" anchor="ctr"/>
          <a:lstStyle>
            <a:lvl1pPr algn="ctr">
              <a:defRPr sz="2808">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5111156" y="28053288"/>
            <a:ext cx="4814173" cy="1611452"/>
          </a:xfrm>
          <a:prstGeom prst="rect">
            <a:avLst/>
          </a:prstGeom>
        </p:spPr>
        <p:txBody>
          <a:bodyPr vert="horz" lIns="91440" tIns="45720" rIns="91440" bIns="45720" rtlCol="0" anchor="ctr"/>
          <a:lstStyle>
            <a:lvl1pPr algn="r">
              <a:defRPr sz="2808">
                <a:solidFill>
                  <a:schemeClr val="tx1">
                    <a:tint val="75000"/>
                  </a:schemeClr>
                </a:solidFill>
              </a:defRPr>
            </a:lvl1pPr>
          </a:lstStyle>
          <a:p>
            <a:fld id="{8A58BDDA-7B18-4AC1-A2AA-60372D0E54A2}" type="slidenum">
              <a:rPr lang="en-US" smtClean="0"/>
              <a:t>‹#›</a:t>
            </a:fld>
            <a:endParaRPr lang="en-US"/>
          </a:p>
        </p:txBody>
      </p:sp>
    </p:spTree>
    <p:extLst>
      <p:ext uri="{BB962C8B-B14F-4D97-AF65-F5344CB8AC3E}">
        <p14:creationId xmlns:p14="http://schemas.microsoft.com/office/powerpoint/2010/main" val="22099369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139564" rtl="0" eaLnBrk="1" latinLnBrk="0" hangingPunct="1">
        <a:lnSpc>
          <a:spcPct val="90000"/>
        </a:lnSpc>
        <a:spcBef>
          <a:spcPct val="0"/>
        </a:spcBef>
        <a:buNone/>
        <a:defRPr sz="10295" kern="1200">
          <a:solidFill>
            <a:schemeClr val="tx1"/>
          </a:solidFill>
          <a:latin typeface="+mj-lt"/>
          <a:ea typeface="+mj-ea"/>
          <a:cs typeface="+mj-cs"/>
        </a:defRPr>
      </a:lvl1pPr>
    </p:titleStyle>
    <p:bodyStyle>
      <a:lvl1pPr marL="534891" indent="-534891" algn="l" defTabSz="2139564" rtl="0" eaLnBrk="1" latinLnBrk="0" hangingPunct="1">
        <a:lnSpc>
          <a:spcPct val="90000"/>
        </a:lnSpc>
        <a:spcBef>
          <a:spcPts val="2340"/>
        </a:spcBef>
        <a:buFont typeface="Arial" panose="020B0604020202020204" pitchFamily="34" charset="0"/>
        <a:buChar char="•"/>
        <a:defRPr sz="6552" kern="1200">
          <a:solidFill>
            <a:schemeClr val="tx1"/>
          </a:solidFill>
          <a:latin typeface="+mn-lt"/>
          <a:ea typeface="+mn-ea"/>
          <a:cs typeface="+mn-cs"/>
        </a:defRPr>
      </a:lvl1pPr>
      <a:lvl2pPr marL="1604673" indent="-534891" algn="l" defTabSz="2139564" rtl="0" eaLnBrk="1" latinLnBrk="0" hangingPunct="1">
        <a:lnSpc>
          <a:spcPct val="90000"/>
        </a:lnSpc>
        <a:spcBef>
          <a:spcPts val="1170"/>
        </a:spcBef>
        <a:buFont typeface="Arial" panose="020B0604020202020204" pitchFamily="34" charset="0"/>
        <a:buChar char="•"/>
        <a:defRPr sz="5616" kern="1200">
          <a:solidFill>
            <a:schemeClr val="tx1"/>
          </a:solidFill>
          <a:latin typeface="+mn-lt"/>
          <a:ea typeface="+mn-ea"/>
          <a:cs typeface="+mn-cs"/>
        </a:defRPr>
      </a:lvl2pPr>
      <a:lvl3pPr marL="2674454" indent="-534891" algn="l" defTabSz="2139564" rtl="0" eaLnBrk="1" latinLnBrk="0" hangingPunct="1">
        <a:lnSpc>
          <a:spcPct val="90000"/>
        </a:lnSpc>
        <a:spcBef>
          <a:spcPts val="1170"/>
        </a:spcBef>
        <a:buFont typeface="Arial" panose="020B0604020202020204" pitchFamily="34" charset="0"/>
        <a:buChar char="•"/>
        <a:defRPr sz="4679" kern="1200">
          <a:solidFill>
            <a:schemeClr val="tx1"/>
          </a:solidFill>
          <a:latin typeface="+mn-lt"/>
          <a:ea typeface="+mn-ea"/>
          <a:cs typeface="+mn-cs"/>
        </a:defRPr>
      </a:lvl3pPr>
      <a:lvl4pPr marL="3744235" indent="-534891" algn="l" defTabSz="2139564" rtl="0" eaLnBrk="1" latinLnBrk="0" hangingPunct="1">
        <a:lnSpc>
          <a:spcPct val="90000"/>
        </a:lnSpc>
        <a:spcBef>
          <a:spcPts val="1170"/>
        </a:spcBef>
        <a:buFont typeface="Arial" panose="020B0604020202020204" pitchFamily="34" charset="0"/>
        <a:buChar char="•"/>
        <a:defRPr sz="4211" kern="1200">
          <a:solidFill>
            <a:schemeClr val="tx1"/>
          </a:solidFill>
          <a:latin typeface="+mn-lt"/>
          <a:ea typeface="+mn-ea"/>
          <a:cs typeface="+mn-cs"/>
        </a:defRPr>
      </a:lvl4pPr>
      <a:lvl5pPr marL="4814017" indent="-534891" algn="l" defTabSz="2139564" rtl="0" eaLnBrk="1" latinLnBrk="0" hangingPunct="1">
        <a:lnSpc>
          <a:spcPct val="90000"/>
        </a:lnSpc>
        <a:spcBef>
          <a:spcPts val="1170"/>
        </a:spcBef>
        <a:buFont typeface="Arial" panose="020B0604020202020204" pitchFamily="34" charset="0"/>
        <a:buChar char="•"/>
        <a:defRPr sz="4211" kern="1200">
          <a:solidFill>
            <a:schemeClr val="tx1"/>
          </a:solidFill>
          <a:latin typeface="+mn-lt"/>
          <a:ea typeface="+mn-ea"/>
          <a:cs typeface="+mn-cs"/>
        </a:defRPr>
      </a:lvl5pPr>
      <a:lvl6pPr marL="5883800" indent="-534891" algn="l" defTabSz="2139564" rtl="0" eaLnBrk="1" latinLnBrk="0" hangingPunct="1">
        <a:lnSpc>
          <a:spcPct val="90000"/>
        </a:lnSpc>
        <a:spcBef>
          <a:spcPts val="1170"/>
        </a:spcBef>
        <a:buFont typeface="Arial" panose="020B0604020202020204" pitchFamily="34" charset="0"/>
        <a:buChar char="•"/>
        <a:defRPr sz="4211" kern="1200">
          <a:solidFill>
            <a:schemeClr val="tx1"/>
          </a:solidFill>
          <a:latin typeface="+mn-lt"/>
          <a:ea typeface="+mn-ea"/>
          <a:cs typeface="+mn-cs"/>
        </a:defRPr>
      </a:lvl6pPr>
      <a:lvl7pPr marL="6953581" indent="-534891" algn="l" defTabSz="2139564" rtl="0" eaLnBrk="1" latinLnBrk="0" hangingPunct="1">
        <a:lnSpc>
          <a:spcPct val="90000"/>
        </a:lnSpc>
        <a:spcBef>
          <a:spcPts val="1170"/>
        </a:spcBef>
        <a:buFont typeface="Arial" panose="020B0604020202020204" pitchFamily="34" charset="0"/>
        <a:buChar char="•"/>
        <a:defRPr sz="4211" kern="1200">
          <a:solidFill>
            <a:schemeClr val="tx1"/>
          </a:solidFill>
          <a:latin typeface="+mn-lt"/>
          <a:ea typeface="+mn-ea"/>
          <a:cs typeface="+mn-cs"/>
        </a:defRPr>
      </a:lvl7pPr>
      <a:lvl8pPr marL="8023362" indent="-534891" algn="l" defTabSz="2139564" rtl="0" eaLnBrk="1" latinLnBrk="0" hangingPunct="1">
        <a:lnSpc>
          <a:spcPct val="90000"/>
        </a:lnSpc>
        <a:spcBef>
          <a:spcPts val="1170"/>
        </a:spcBef>
        <a:buFont typeface="Arial" panose="020B0604020202020204" pitchFamily="34" charset="0"/>
        <a:buChar char="•"/>
        <a:defRPr sz="4211" kern="1200">
          <a:solidFill>
            <a:schemeClr val="tx1"/>
          </a:solidFill>
          <a:latin typeface="+mn-lt"/>
          <a:ea typeface="+mn-ea"/>
          <a:cs typeface="+mn-cs"/>
        </a:defRPr>
      </a:lvl8pPr>
      <a:lvl9pPr marL="9093144" indent="-534891" algn="l" defTabSz="2139564" rtl="0" eaLnBrk="1" latinLnBrk="0" hangingPunct="1">
        <a:lnSpc>
          <a:spcPct val="90000"/>
        </a:lnSpc>
        <a:spcBef>
          <a:spcPts val="1170"/>
        </a:spcBef>
        <a:buFont typeface="Arial" panose="020B0604020202020204" pitchFamily="34" charset="0"/>
        <a:buChar char="•"/>
        <a:defRPr sz="4211" kern="1200">
          <a:solidFill>
            <a:schemeClr val="tx1"/>
          </a:solidFill>
          <a:latin typeface="+mn-lt"/>
          <a:ea typeface="+mn-ea"/>
          <a:cs typeface="+mn-cs"/>
        </a:defRPr>
      </a:lvl9pPr>
    </p:bodyStyle>
    <p:otherStyle>
      <a:defPPr>
        <a:defRPr lang="en-US"/>
      </a:defPPr>
      <a:lvl1pPr marL="0" algn="l" defTabSz="2139564" rtl="0" eaLnBrk="1" latinLnBrk="0" hangingPunct="1">
        <a:defRPr sz="4211" kern="1200">
          <a:solidFill>
            <a:schemeClr val="tx1"/>
          </a:solidFill>
          <a:latin typeface="+mn-lt"/>
          <a:ea typeface="+mn-ea"/>
          <a:cs typeface="+mn-cs"/>
        </a:defRPr>
      </a:lvl1pPr>
      <a:lvl2pPr marL="1069781" algn="l" defTabSz="2139564" rtl="0" eaLnBrk="1" latinLnBrk="0" hangingPunct="1">
        <a:defRPr sz="4211" kern="1200">
          <a:solidFill>
            <a:schemeClr val="tx1"/>
          </a:solidFill>
          <a:latin typeface="+mn-lt"/>
          <a:ea typeface="+mn-ea"/>
          <a:cs typeface="+mn-cs"/>
        </a:defRPr>
      </a:lvl2pPr>
      <a:lvl3pPr marL="2139564" algn="l" defTabSz="2139564" rtl="0" eaLnBrk="1" latinLnBrk="0" hangingPunct="1">
        <a:defRPr sz="4211" kern="1200">
          <a:solidFill>
            <a:schemeClr val="tx1"/>
          </a:solidFill>
          <a:latin typeface="+mn-lt"/>
          <a:ea typeface="+mn-ea"/>
          <a:cs typeface="+mn-cs"/>
        </a:defRPr>
      </a:lvl3pPr>
      <a:lvl4pPr marL="3209345" algn="l" defTabSz="2139564" rtl="0" eaLnBrk="1" latinLnBrk="0" hangingPunct="1">
        <a:defRPr sz="4211" kern="1200">
          <a:solidFill>
            <a:schemeClr val="tx1"/>
          </a:solidFill>
          <a:latin typeface="+mn-lt"/>
          <a:ea typeface="+mn-ea"/>
          <a:cs typeface="+mn-cs"/>
        </a:defRPr>
      </a:lvl4pPr>
      <a:lvl5pPr marL="4279127" algn="l" defTabSz="2139564" rtl="0" eaLnBrk="1" latinLnBrk="0" hangingPunct="1">
        <a:defRPr sz="4211" kern="1200">
          <a:solidFill>
            <a:schemeClr val="tx1"/>
          </a:solidFill>
          <a:latin typeface="+mn-lt"/>
          <a:ea typeface="+mn-ea"/>
          <a:cs typeface="+mn-cs"/>
        </a:defRPr>
      </a:lvl5pPr>
      <a:lvl6pPr marL="5348908" algn="l" defTabSz="2139564" rtl="0" eaLnBrk="1" latinLnBrk="0" hangingPunct="1">
        <a:defRPr sz="4211" kern="1200">
          <a:solidFill>
            <a:schemeClr val="tx1"/>
          </a:solidFill>
          <a:latin typeface="+mn-lt"/>
          <a:ea typeface="+mn-ea"/>
          <a:cs typeface="+mn-cs"/>
        </a:defRPr>
      </a:lvl6pPr>
      <a:lvl7pPr marL="6418691" algn="l" defTabSz="2139564" rtl="0" eaLnBrk="1" latinLnBrk="0" hangingPunct="1">
        <a:defRPr sz="4211" kern="1200">
          <a:solidFill>
            <a:schemeClr val="tx1"/>
          </a:solidFill>
          <a:latin typeface="+mn-lt"/>
          <a:ea typeface="+mn-ea"/>
          <a:cs typeface="+mn-cs"/>
        </a:defRPr>
      </a:lvl7pPr>
      <a:lvl8pPr marL="7488472" algn="l" defTabSz="2139564" rtl="0" eaLnBrk="1" latinLnBrk="0" hangingPunct="1">
        <a:defRPr sz="4211" kern="1200">
          <a:solidFill>
            <a:schemeClr val="tx1"/>
          </a:solidFill>
          <a:latin typeface="+mn-lt"/>
          <a:ea typeface="+mn-ea"/>
          <a:cs typeface="+mn-cs"/>
        </a:defRPr>
      </a:lvl8pPr>
      <a:lvl9pPr marL="8558254" algn="l" defTabSz="2139564" rtl="0" eaLnBrk="1" latinLnBrk="0" hangingPunct="1">
        <a:defRPr sz="421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0497" y="674048"/>
            <a:ext cx="19531765" cy="1599733"/>
          </a:xfrm>
          <a:ln>
            <a:noFill/>
          </a:ln>
        </p:spPr>
        <p:style>
          <a:lnRef idx="2">
            <a:schemeClr val="dk1"/>
          </a:lnRef>
          <a:fillRef idx="1">
            <a:schemeClr val="lt1"/>
          </a:fillRef>
          <a:effectRef idx="0">
            <a:schemeClr val="dk1"/>
          </a:effectRef>
          <a:fontRef idx="minor">
            <a:schemeClr val="dk1"/>
          </a:fontRef>
        </p:style>
        <p:txBody>
          <a:bodyPr>
            <a:normAutofit/>
          </a:bodyPr>
          <a:lstStyle/>
          <a:p>
            <a:r>
              <a:rPr lang="en-US" sz="5999" dirty="0"/>
              <a:t>Raspberry Pi-based Face Recognition Door Lock System</a:t>
            </a:r>
          </a:p>
        </p:txBody>
      </p:sp>
      <p:sp>
        <p:nvSpPr>
          <p:cNvPr id="3" name="Subtitle 2"/>
          <p:cNvSpPr>
            <a:spLocks noGrp="1"/>
          </p:cNvSpPr>
          <p:nvPr>
            <p:ph type="subTitle" idx="1"/>
          </p:nvPr>
        </p:nvSpPr>
        <p:spPr>
          <a:xfrm>
            <a:off x="1110496" y="2319101"/>
            <a:ext cx="19544831" cy="1376600"/>
          </a:xfrm>
          <a:ln>
            <a:noFill/>
          </a:ln>
        </p:spPr>
        <p:style>
          <a:lnRef idx="2">
            <a:schemeClr val="dk1"/>
          </a:lnRef>
          <a:fillRef idx="1">
            <a:schemeClr val="lt1"/>
          </a:fillRef>
          <a:effectRef idx="0">
            <a:schemeClr val="dk1"/>
          </a:effectRef>
          <a:fontRef idx="minor">
            <a:schemeClr val="dk1"/>
          </a:fontRef>
        </p:style>
        <p:txBody>
          <a:bodyPr>
            <a:noAutofit/>
          </a:bodyPr>
          <a:lstStyle/>
          <a:p>
            <a:r>
              <a:rPr lang="en-US" sz="3600" dirty="0"/>
              <a:t>SEIFELDIN SHERIF ELNOZAHY</a:t>
            </a:r>
          </a:p>
          <a:p>
            <a:pPr>
              <a:lnSpc>
                <a:spcPct val="100000"/>
              </a:lnSpc>
              <a:spcBef>
                <a:spcPts val="600"/>
              </a:spcBef>
            </a:pPr>
            <a:r>
              <a:rPr lang="en-US" sz="3600" dirty="0"/>
              <a:t>DR. Chinnaiyan </a:t>
            </a:r>
            <a:r>
              <a:rPr lang="en-US" sz="3600" dirty="0" err="1"/>
              <a:t>Senthilpari</a:t>
            </a:r>
            <a:endParaRPr lang="en-US" sz="3600" dirty="0"/>
          </a:p>
        </p:txBody>
      </p:sp>
      <p:sp>
        <p:nvSpPr>
          <p:cNvPr id="6" name="Rectangle 5"/>
          <p:cNvSpPr/>
          <p:nvPr/>
        </p:nvSpPr>
        <p:spPr bwMode="auto">
          <a:xfrm>
            <a:off x="10709275" y="23962796"/>
            <a:ext cx="10028238" cy="4162947"/>
          </a:xfrm>
          <a:prstGeom prst="rect">
            <a:avLst/>
          </a:prstGeom>
          <a:ln/>
        </p:spPr>
        <p:style>
          <a:lnRef idx="2">
            <a:schemeClr val="accent1"/>
          </a:lnRef>
          <a:fillRef idx="1">
            <a:schemeClr val="lt1"/>
          </a:fillRef>
          <a:effectRef idx="0">
            <a:schemeClr val="accent1"/>
          </a:effectRef>
          <a:fontRef idx="minor">
            <a:schemeClr val="dk1"/>
          </a:fontRef>
        </p:style>
        <p:txBody>
          <a:bodyPr anchor="t"/>
          <a:lstStyle/>
          <a:p>
            <a:pPr algn="just">
              <a:defRPr/>
            </a:pPr>
            <a:endParaRPr lang="en-US" sz="2000" dirty="0">
              <a:solidFill>
                <a:schemeClr val="tx1">
                  <a:lumMod val="95000"/>
                  <a:lumOff val="5000"/>
                </a:schemeClr>
              </a:solidFill>
            </a:endParaRPr>
          </a:p>
          <a:p>
            <a:pPr algn="just">
              <a:defRPr/>
            </a:pPr>
            <a:endParaRPr lang="en-US" sz="2000" dirty="0">
              <a:solidFill>
                <a:schemeClr val="tx1">
                  <a:lumMod val="95000"/>
                  <a:lumOff val="5000"/>
                </a:schemeClr>
              </a:solidFill>
            </a:endParaRPr>
          </a:p>
          <a:p>
            <a:pPr algn="just">
              <a:defRPr/>
            </a:pPr>
            <a:endParaRPr lang="en-US" sz="2000" dirty="0">
              <a:solidFill>
                <a:schemeClr val="tx1">
                  <a:lumMod val="95000"/>
                  <a:lumOff val="5000"/>
                </a:schemeClr>
              </a:solidFill>
            </a:endParaRPr>
          </a:p>
        </p:txBody>
      </p:sp>
      <p:sp>
        <p:nvSpPr>
          <p:cNvPr id="8" name="Rectangle 7"/>
          <p:cNvSpPr/>
          <p:nvPr/>
        </p:nvSpPr>
        <p:spPr bwMode="auto">
          <a:xfrm>
            <a:off x="711082" y="9236422"/>
            <a:ext cx="9844324" cy="1097749"/>
          </a:xfrm>
          <a:prstGeom prst="rect">
            <a:avLst/>
          </a:prstGeom>
          <a:ln/>
        </p:spPr>
        <p:style>
          <a:lnRef idx="2">
            <a:schemeClr val="accent1"/>
          </a:lnRef>
          <a:fillRef idx="1">
            <a:schemeClr val="lt1"/>
          </a:fillRef>
          <a:effectRef idx="0">
            <a:schemeClr val="accent1"/>
          </a:effectRef>
          <a:fontRef idx="minor">
            <a:schemeClr val="dk1"/>
          </a:fontRef>
        </p:style>
        <p:txBody>
          <a:bodyPr anchor="t"/>
          <a:lstStyle/>
          <a:p>
            <a:pPr marL="171450" indent="-171450" algn="just">
              <a:buFont typeface="Arial" panose="020B0604020202020204" pitchFamily="34" charset="0"/>
              <a:buChar char="•"/>
              <a:defRPr/>
            </a:pPr>
            <a:r>
              <a:rPr lang="en-US" sz="1200" dirty="0"/>
              <a:t>Develop a real-time facial recognition door lock system that utilizes Raspberry Pi and OpenCV for authentication.</a:t>
            </a:r>
          </a:p>
          <a:p>
            <a:pPr marL="171450" indent="-171450" algn="just">
              <a:buFont typeface="Arial" panose="020B0604020202020204" pitchFamily="34" charset="0"/>
              <a:buChar char="•"/>
              <a:defRPr/>
            </a:pPr>
            <a:r>
              <a:rPr lang="en-US" sz="1200" dirty="0"/>
              <a:t> Enhance security and efficiency by eliminating the need for physical keys or PINs.</a:t>
            </a:r>
          </a:p>
          <a:p>
            <a:pPr marL="171450" indent="-171450" algn="just">
              <a:buFont typeface="Arial" panose="020B0604020202020204" pitchFamily="34" charset="0"/>
              <a:buChar char="•"/>
              <a:defRPr/>
            </a:pPr>
            <a:r>
              <a:rPr lang="en-US" sz="1200" dirty="0"/>
              <a:t> Ensure high recognition accuracy in varying lighting and environmental conditions.</a:t>
            </a:r>
          </a:p>
          <a:p>
            <a:pPr marL="171450" indent="-171450" algn="just">
              <a:buFont typeface="Arial" panose="020B0604020202020204" pitchFamily="34" charset="0"/>
              <a:buChar char="•"/>
              <a:defRPr/>
            </a:pPr>
            <a:r>
              <a:rPr lang="en-US" sz="1200" dirty="0"/>
              <a:t> Integrate adaptive learning capabilities, allowing the system to update its database dynamically. </a:t>
            </a:r>
          </a:p>
          <a:p>
            <a:pPr marL="171450" indent="-171450" algn="just">
              <a:buFont typeface="Arial" panose="020B0604020202020204" pitchFamily="34" charset="0"/>
              <a:buChar char="•"/>
              <a:defRPr/>
            </a:pPr>
            <a:r>
              <a:rPr lang="en-US" sz="1200" dirty="0"/>
              <a:t>Enable real-time notifications for user authentication logs, including alerts for unauthorized access attempts.</a:t>
            </a:r>
            <a:endParaRPr lang="en-US" sz="1200" dirty="0">
              <a:solidFill>
                <a:schemeClr val="tx1">
                  <a:lumMod val="95000"/>
                  <a:lumOff val="5000"/>
                </a:schemeClr>
              </a:solidFill>
            </a:endParaRPr>
          </a:p>
        </p:txBody>
      </p:sp>
      <p:sp>
        <p:nvSpPr>
          <p:cNvPr id="9" name="Rectangle 8"/>
          <p:cNvSpPr/>
          <p:nvPr/>
        </p:nvSpPr>
        <p:spPr bwMode="auto">
          <a:xfrm>
            <a:off x="10722341" y="4647702"/>
            <a:ext cx="10013584" cy="18450109"/>
          </a:xfrm>
          <a:prstGeom prst="rect">
            <a:avLst/>
          </a:prstGeom>
          <a:ln/>
        </p:spPr>
        <p:style>
          <a:lnRef idx="2">
            <a:schemeClr val="accent1"/>
          </a:lnRef>
          <a:fillRef idx="1">
            <a:schemeClr val="lt1"/>
          </a:fillRef>
          <a:effectRef idx="0">
            <a:schemeClr val="accent1"/>
          </a:effectRef>
          <a:fontRef idx="minor">
            <a:schemeClr val="dk1"/>
          </a:fontRef>
        </p:style>
        <p:txBody>
          <a:bodyPr anchor="t"/>
          <a:lstStyle/>
          <a:p>
            <a:pPr algn="just">
              <a:defRPr/>
            </a:pPr>
            <a:endParaRPr lang="en-US" sz="2000" dirty="0">
              <a:solidFill>
                <a:schemeClr val="tx2">
                  <a:lumMod val="75000"/>
                </a:schemeClr>
              </a:solidFill>
            </a:endParaRPr>
          </a:p>
          <a:p>
            <a:pPr algn="just">
              <a:defRPr/>
            </a:pPr>
            <a:endParaRPr lang="en-US" sz="2000" dirty="0">
              <a:solidFill>
                <a:schemeClr val="tx2">
                  <a:lumMod val="75000"/>
                </a:schemeClr>
              </a:solidFill>
            </a:endParaRPr>
          </a:p>
          <a:p>
            <a:pPr algn="just">
              <a:defRPr/>
            </a:pPr>
            <a:endParaRPr lang="en-US" sz="2000" dirty="0">
              <a:solidFill>
                <a:schemeClr val="tx2">
                  <a:lumMod val="75000"/>
                </a:schemeClr>
              </a:solidFill>
            </a:endParaRPr>
          </a:p>
          <a:p>
            <a:pPr algn="just">
              <a:defRPr/>
            </a:pPr>
            <a:endParaRPr lang="en-US" sz="2000" dirty="0">
              <a:solidFill>
                <a:schemeClr val="tx2">
                  <a:lumMod val="75000"/>
                </a:schemeClr>
              </a:solidFill>
            </a:endParaRPr>
          </a:p>
          <a:p>
            <a:pPr algn="just">
              <a:defRPr/>
            </a:pPr>
            <a:endParaRPr lang="en-US" sz="2000" dirty="0">
              <a:solidFill>
                <a:schemeClr val="tx2">
                  <a:lumMod val="75000"/>
                </a:schemeClr>
              </a:solidFill>
            </a:endParaRPr>
          </a:p>
          <a:p>
            <a:pPr algn="just">
              <a:defRPr/>
            </a:pPr>
            <a:endParaRPr lang="en-US" sz="2000" dirty="0">
              <a:solidFill>
                <a:schemeClr val="tx2">
                  <a:lumMod val="75000"/>
                </a:schemeClr>
              </a:solidFill>
            </a:endParaRPr>
          </a:p>
        </p:txBody>
      </p:sp>
      <p:sp>
        <p:nvSpPr>
          <p:cNvPr id="10" name="Rectangle 9"/>
          <p:cNvSpPr/>
          <p:nvPr/>
        </p:nvSpPr>
        <p:spPr>
          <a:xfrm>
            <a:off x="725487" y="4614505"/>
            <a:ext cx="9829918" cy="3588390"/>
          </a:xfrm>
          <a:prstGeom prst="rect">
            <a:avLst/>
          </a:prstGeom>
          <a:ln/>
        </p:spPr>
        <p:style>
          <a:lnRef idx="2">
            <a:schemeClr val="accent1"/>
          </a:lnRef>
          <a:fillRef idx="1">
            <a:schemeClr val="lt1"/>
          </a:fillRef>
          <a:effectRef idx="0">
            <a:schemeClr val="accent1"/>
          </a:effectRef>
          <a:fontRef idx="minor">
            <a:schemeClr val="dk1"/>
          </a:fontRef>
        </p:style>
        <p:txBody>
          <a:bodyPr anchor="t"/>
          <a:lstStyle/>
          <a:p>
            <a:pPr marL="0" marR="0" algn="just">
              <a:lnSpc>
                <a:spcPct val="150000"/>
              </a:lnSpc>
              <a:spcBef>
                <a:spcPts val="1800"/>
              </a:spcBef>
              <a:spcAft>
                <a:spcPts val="1800"/>
              </a:spcAft>
            </a:pPr>
            <a:r>
              <a:rPr lang="en-GB" sz="1200" dirty="0">
                <a:effectLst/>
                <a:latin typeface="Times New Roman" panose="02020603050405020304" pitchFamily="18" charset="0"/>
                <a:ea typeface="SimSun" panose="02010600030101010101" pitchFamily="2" charset="-122"/>
                <a:cs typeface="Arial" panose="020B0604020202020204" pitchFamily="34" charset="0"/>
              </a:rPr>
              <a:t>In the rapidly advancing domain of security technology, access control systems play a pivotal role in safeguarding residential and commercial environments. This project focuses on designing and implementing a Raspberry Pi-based face recognition door lock system, integrating artificial intelligence and computer vision to deliver a robust, efficient, and user-friendly solution. The system leverages facial recognition as its primary authentication mechanism, utilising the Raspberry Pi as the central processing unit. Key components include a camera module for real-time image capture, a relay module for controlling a solenoid lock, and software tools like OpenCV for image processing. The design incorporates advanced features such as adaptive learning, enabling the system to enhance recognition accuracy for authorised users over time, and emotion detection using the </a:t>
            </a:r>
            <a:r>
              <a:rPr lang="en-GB" sz="1200" dirty="0" err="1">
                <a:effectLst/>
                <a:latin typeface="Times New Roman" panose="02020603050405020304" pitchFamily="18" charset="0"/>
                <a:ea typeface="SimSun" panose="02010600030101010101" pitchFamily="2" charset="-122"/>
                <a:cs typeface="Arial" panose="020B0604020202020204" pitchFamily="34" charset="0"/>
              </a:rPr>
              <a:t>DeepFace</a:t>
            </a:r>
            <a:r>
              <a:rPr lang="en-GB" sz="1200" dirty="0">
                <a:effectLst/>
                <a:latin typeface="Times New Roman" panose="02020603050405020304" pitchFamily="18" charset="0"/>
                <a:ea typeface="SimSun" panose="02010600030101010101" pitchFamily="2" charset="-122"/>
                <a:cs typeface="Arial" panose="020B0604020202020204" pitchFamily="34" charset="0"/>
              </a:rPr>
              <a:t> library to interpret user emotional states. Additionally, the system adapts to challenging lighting conditions and varying distances while providing real-time notifications for remote monitoring.. Significant findings include successfully implementing adaptive face recognition, ensuring the system evolves with usage, and seamlessly integrating multiple enhancements like real-time alerts and emotion detection. Testing demonstrated high accuracy in face recognition, even under varying environmental conditions. The modular design approach allowed efficient hardware-software integration and scalability for diverse applications. In conclusion, this project successfully developed an intelligent face recognition door lock system, combining the accessibility of Raspberry Pi hardware with the versatility of open-source software libraries. By addressing the limitations of traditional access control methods, the system provides a practical, scalable, and affordable solution, underscoring the potential of biometric technologies in modern security systems.</a:t>
            </a:r>
            <a:endParaRPr lang="en-US" sz="1200" dirty="0">
              <a:effectLst/>
              <a:latin typeface="Times New Roman" panose="02020603050405020304" pitchFamily="18" charset="0"/>
              <a:ea typeface="SimSun" panose="02010600030101010101" pitchFamily="2" charset="-122"/>
              <a:cs typeface="Arial" panose="020B0604020202020204" pitchFamily="34" charset="0"/>
            </a:endParaRPr>
          </a:p>
        </p:txBody>
      </p:sp>
      <p:sp>
        <p:nvSpPr>
          <p:cNvPr id="12" name="Rectangle 11"/>
          <p:cNvSpPr/>
          <p:nvPr/>
        </p:nvSpPr>
        <p:spPr bwMode="auto">
          <a:xfrm>
            <a:off x="711082" y="16968634"/>
            <a:ext cx="9834800" cy="9203496"/>
          </a:xfrm>
          <a:prstGeom prst="rect">
            <a:avLst/>
          </a:prstGeom>
        </p:spPr>
        <p:style>
          <a:lnRef idx="2">
            <a:schemeClr val="accent1"/>
          </a:lnRef>
          <a:fillRef idx="1">
            <a:schemeClr val="lt1"/>
          </a:fillRef>
          <a:effectRef idx="0">
            <a:schemeClr val="accent1"/>
          </a:effectRef>
          <a:fontRef idx="minor">
            <a:schemeClr val="dk1"/>
          </a:fontRef>
        </p:style>
        <p:txBody>
          <a:bodyPr anchor="t"/>
          <a:lstStyle/>
          <a:p>
            <a:pPr algn="just">
              <a:defRPr/>
            </a:pPr>
            <a:endParaRPr lang="en-US" sz="2000" dirty="0">
              <a:solidFill>
                <a:schemeClr val="tx1">
                  <a:lumMod val="95000"/>
                  <a:lumOff val="5000"/>
                </a:schemeClr>
              </a:solidFill>
            </a:endParaRPr>
          </a:p>
          <a:p>
            <a:pPr algn="just">
              <a:defRPr/>
            </a:pPr>
            <a:endParaRPr lang="en-US" sz="2000" dirty="0">
              <a:solidFill>
                <a:schemeClr val="tx1">
                  <a:lumMod val="95000"/>
                  <a:lumOff val="5000"/>
                </a:schemeClr>
              </a:solidFill>
            </a:endParaRPr>
          </a:p>
          <a:p>
            <a:pPr algn="just">
              <a:defRPr/>
            </a:pPr>
            <a:endParaRPr lang="en-US" sz="2000" dirty="0">
              <a:solidFill>
                <a:schemeClr val="tx1">
                  <a:lumMod val="95000"/>
                  <a:lumOff val="5000"/>
                </a:schemeClr>
              </a:solidFill>
            </a:endParaRPr>
          </a:p>
        </p:txBody>
      </p:sp>
      <p:sp>
        <p:nvSpPr>
          <p:cNvPr id="15" name="Rectangle 14"/>
          <p:cNvSpPr/>
          <p:nvPr/>
        </p:nvSpPr>
        <p:spPr bwMode="auto">
          <a:xfrm>
            <a:off x="673834" y="11454177"/>
            <a:ext cx="9842737" cy="4253725"/>
          </a:xfrm>
          <a:prstGeom prst="rect">
            <a:avLst/>
          </a:prstGeom>
          <a:ln/>
        </p:spPr>
        <p:style>
          <a:lnRef idx="2">
            <a:schemeClr val="accent1"/>
          </a:lnRef>
          <a:fillRef idx="1">
            <a:schemeClr val="lt1"/>
          </a:fillRef>
          <a:effectRef idx="0">
            <a:schemeClr val="accent1"/>
          </a:effectRef>
          <a:fontRef idx="minor">
            <a:schemeClr val="dk1"/>
          </a:fontRef>
        </p:style>
        <p:txBody>
          <a:bodyPr anchor="t"/>
          <a:lstStyle/>
          <a:p>
            <a:pPr marL="285745" indent="-285745" algn="just">
              <a:buFont typeface="Arial" panose="020B0604020202020204" pitchFamily="34" charset="0"/>
              <a:buChar char="•"/>
              <a:defRPr/>
            </a:pPr>
            <a:endParaRPr lang="en-US" sz="2000" dirty="0">
              <a:solidFill>
                <a:schemeClr val="tx1">
                  <a:lumMod val="95000"/>
                  <a:lumOff val="5000"/>
                </a:schemeClr>
              </a:solidFill>
            </a:endParaRPr>
          </a:p>
          <a:p>
            <a:pPr marL="285745" indent="-285745" algn="just">
              <a:buFont typeface="Arial" panose="020B0604020202020204" pitchFamily="34" charset="0"/>
              <a:buChar char="•"/>
              <a:defRPr/>
            </a:pPr>
            <a:endParaRPr lang="en-US" sz="2000" dirty="0">
              <a:solidFill>
                <a:schemeClr val="tx1">
                  <a:lumMod val="95000"/>
                  <a:lumOff val="5000"/>
                </a:schemeClr>
              </a:solidFill>
            </a:endParaRPr>
          </a:p>
          <a:p>
            <a:pPr marL="285745" indent="-285745" algn="just">
              <a:buFont typeface="Arial" panose="020B0604020202020204" pitchFamily="34" charset="0"/>
              <a:buChar char="•"/>
              <a:defRPr/>
            </a:pPr>
            <a:endParaRPr lang="en-US" sz="2000" dirty="0">
              <a:solidFill>
                <a:schemeClr val="tx1">
                  <a:lumMod val="95000"/>
                  <a:lumOff val="5000"/>
                </a:schemeClr>
              </a:solidFill>
            </a:endParaRPr>
          </a:p>
          <a:p>
            <a:pPr algn="just">
              <a:defRPr/>
            </a:pPr>
            <a:r>
              <a:rPr lang="en-US" sz="2000" dirty="0">
                <a:solidFill>
                  <a:schemeClr val="tx1">
                    <a:lumMod val="95000"/>
                    <a:lumOff val="5000"/>
                  </a:schemeClr>
                </a:solidFill>
              </a:rPr>
              <a:t> </a:t>
            </a:r>
          </a:p>
          <a:p>
            <a:pPr algn="just">
              <a:defRPr/>
            </a:pPr>
            <a:endParaRPr lang="en-US" sz="2000" dirty="0">
              <a:solidFill>
                <a:schemeClr val="tx1">
                  <a:lumMod val="95000"/>
                  <a:lumOff val="5000"/>
                </a:schemeClr>
              </a:solidFill>
            </a:endParaRPr>
          </a:p>
        </p:txBody>
      </p:sp>
      <p:sp>
        <p:nvSpPr>
          <p:cNvPr id="17" name="TextBox 16"/>
          <p:cNvSpPr txBox="1"/>
          <p:nvPr/>
        </p:nvSpPr>
        <p:spPr>
          <a:xfrm>
            <a:off x="725487" y="3770876"/>
            <a:ext cx="9834800" cy="8436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dirty="0"/>
              <a:t>Abstract</a:t>
            </a:r>
          </a:p>
        </p:txBody>
      </p:sp>
      <p:sp>
        <p:nvSpPr>
          <p:cNvPr id="18" name="TextBox 17"/>
          <p:cNvSpPr txBox="1"/>
          <p:nvPr/>
        </p:nvSpPr>
        <p:spPr>
          <a:xfrm>
            <a:off x="715962" y="8381338"/>
            <a:ext cx="9834799" cy="8436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dirty="0"/>
              <a:t>Problem Statement / Objectives</a:t>
            </a:r>
          </a:p>
        </p:txBody>
      </p:sp>
      <p:sp>
        <p:nvSpPr>
          <p:cNvPr id="19" name="TextBox 18"/>
          <p:cNvSpPr txBox="1"/>
          <p:nvPr/>
        </p:nvSpPr>
        <p:spPr>
          <a:xfrm>
            <a:off x="660400" y="10472666"/>
            <a:ext cx="9869606" cy="8436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dirty="0"/>
              <a:t>Background study / Literature Review</a:t>
            </a:r>
          </a:p>
        </p:txBody>
      </p:sp>
      <p:sp>
        <p:nvSpPr>
          <p:cNvPr id="20" name="TextBox 19"/>
          <p:cNvSpPr txBox="1"/>
          <p:nvPr/>
        </p:nvSpPr>
        <p:spPr>
          <a:xfrm>
            <a:off x="725487" y="15938165"/>
            <a:ext cx="9842737" cy="8436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MY" dirty="0"/>
              <a:t>Design/Methodology </a:t>
            </a:r>
            <a:endParaRPr lang="en-US" dirty="0"/>
          </a:p>
        </p:txBody>
      </p:sp>
      <p:sp>
        <p:nvSpPr>
          <p:cNvPr id="21" name="TextBox 20"/>
          <p:cNvSpPr txBox="1"/>
          <p:nvPr/>
        </p:nvSpPr>
        <p:spPr>
          <a:xfrm>
            <a:off x="10703290" y="23109642"/>
            <a:ext cx="10042160" cy="8436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dirty="0"/>
              <a:t>Conclusion</a:t>
            </a:r>
          </a:p>
        </p:txBody>
      </p:sp>
      <p:sp>
        <p:nvSpPr>
          <p:cNvPr id="22" name="TextBox 21"/>
          <p:cNvSpPr txBox="1"/>
          <p:nvPr/>
        </p:nvSpPr>
        <p:spPr>
          <a:xfrm>
            <a:off x="10722341" y="3782717"/>
            <a:ext cx="10013584" cy="8436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MY" dirty="0"/>
              <a:t>Implementation / Testing / Evaluation</a:t>
            </a:r>
            <a:endParaRPr lang="en-US" dirty="0"/>
          </a:p>
        </p:txBody>
      </p:sp>
      <p:sp>
        <p:nvSpPr>
          <p:cNvPr id="5" name="TextBox 4"/>
          <p:cNvSpPr txBox="1"/>
          <p:nvPr/>
        </p:nvSpPr>
        <p:spPr>
          <a:xfrm>
            <a:off x="1245261" y="28638908"/>
            <a:ext cx="13932692" cy="1015534"/>
          </a:xfrm>
          <a:prstGeom prst="rect">
            <a:avLst/>
          </a:prstGeom>
          <a:noFill/>
        </p:spPr>
        <p:txBody>
          <a:bodyPr wrap="square" rtlCol="0">
            <a:spAutoFit/>
          </a:bodyPr>
          <a:lstStyle/>
          <a:p>
            <a:r>
              <a:rPr lang="en-US" sz="5999" dirty="0">
                <a:latin typeface="Impact" panose="020B0806030902050204" pitchFamily="34" charset="0"/>
              </a:rPr>
              <a:t>FACULTY OF ENGINEERING</a:t>
            </a:r>
            <a:endParaRPr lang="en-US" sz="5400" dirty="0"/>
          </a:p>
        </p:txBody>
      </p:sp>
      <p:pic>
        <p:nvPicPr>
          <p:cNvPr id="11" name="Picture 10" descr="Logo&#10;&#10;Description automatically generated">
            <a:extLst>
              <a:ext uri="{FF2B5EF4-FFF2-40B4-BE49-F238E27FC236}">
                <a16:creationId xmlns:a16="http://schemas.microsoft.com/office/drawing/2014/main" id="{F0403789-F6F3-8852-26A1-0B70AC3CD8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77953" y="28304186"/>
            <a:ext cx="4858735" cy="1684977"/>
          </a:xfrm>
          <a:prstGeom prst="rect">
            <a:avLst/>
          </a:prstGeom>
        </p:spPr>
      </p:pic>
    </p:spTree>
    <p:extLst>
      <p:ext uri="{BB962C8B-B14F-4D97-AF65-F5344CB8AC3E}">
        <p14:creationId xmlns:p14="http://schemas.microsoft.com/office/powerpoint/2010/main" val="253912523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196</TotalTime>
  <Words>395</Words>
  <Application>Microsoft Office PowerPoint</Application>
  <PresentationFormat>Custom</PresentationFormat>
  <Paragraphs>28</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Impact</vt:lpstr>
      <vt:lpstr>Times New Roman</vt:lpstr>
      <vt:lpstr>Office Theme</vt:lpstr>
      <vt:lpstr>Raspberry Pi-based Face Recognition Door Lock System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Nora Hashim</dc:creator>
  <cp:lastModifiedBy>Seif Elnozahy</cp:lastModifiedBy>
  <cp:revision>34</cp:revision>
  <cp:lastPrinted>2017-01-19T06:38:35Z</cp:lastPrinted>
  <dcterms:created xsi:type="dcterms:W3CDTF">2017-01-18T07:25:16Z</dcterms:created>
  <dcterms:modified xsi:type="dcterms:W3CDTF">2025-03-10T18:51:14Z</dcterms:modified>
</cp:coreProperties>
</file>