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
  </p:notesMasterIdLst>
  <p:handoutMasterIdLst>
    <p:handoutMasterId r:id="rId8"/>
  </p:handoutMasterIdLst>
  <p:sldIdLst>
    <p:sldId id="468" r:id="rId2"/>
    <p:sldId id="515" r:id="rId3"/>
    <p:sldId id="516" r:id="rId4"/>
    <p:sldId id="517" r:id="rId5"/>
    <p:sldId id="518" r:id="rId6"/>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CC"/>
    <a:srgbClr val="FF9933"/>
    <a:srgbClr val="FF66FF"/>
    <a:srgbClr val="00FFFF"/>
    <a:srgbClr val="3366FF"/>
    <a:srgbClr val="FFFF66"/>
    <a:srgbClr val="FFFFCC"/>
    <a:srgbClr val="FF99CC"/>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3" d="100"/>
          <a:sy n="73" d="100"/>
        </p:scale>
        <p:origin x="1296" y="7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43" d="100"/>
          <a:sy n="43" d="100"/>
        </p:scale>
        <p:origin x="-1410" y="-7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0" y="0"/>
            <a:ext cx="3076672" cy="514438"/>
          </a:xfrm>
          <a:prstGeom prst="rect">
            <a:avLst/>
          </a:prstGeom>
          <a:noFill/>
          <a:ln w="9525">
            <a:noFill/>
            <a:miter lim="800000"/>
            <a:headEnd/>
            <a:tailEnd/>
          </a:ln>
          <a:effectLst/>
        </p:spPr>
        <p:txBody>
          <a:bodyPr vert="horz" wrap="none" lIns="96312" tIns="48155" rIns="96312" bIns="48155" numCol="1" anchor="t" anchorCtr="0" compatLnSpc="1">
            <a:prstTxWarp prst="textNoShape">
              <a:avLst/>
            </a:prstTxWarp>
          </a:bodyPr>
          <a:lstStyle>
            <a:lvl1pPr defTabSz="962025">
              <a:defRPr sz="1300">
                <a:latin typeface="Times New Roman" pitchFamily="18" charset="0"/>
              </a:defRPr>
            </a:lvl1pPr>
          </a:lstStyle>
          <a:p>
            <a:endParaRPr lang="en-US"/>
          </a:p>
        </p:txBody>
      </p:sp>
      <p:sp>
        <p:nvSpPr>
          <p:cNvPr id="117763" name="Rectangle 3"/>
          <p:cNvSpPr>
            <a:spLocks noGrp="1" noChangeArrowheads="1"/>
          </p:cNvSpPr>
          <p:nvPr>
            <p:ph type="dt" sz="quarter" idx="1"/>
          </p:nvPr>
        </p:nvSpPr>
        <p:spPr bwMode="auto">
          <a:xfrm>
            <a:off x="4022629" y="0"/>
            <a:ext cx="3076671" cy="514438"/>
          </a:xfrm>
          <a:prstGeom prst="rect">
            <a:avLst/>
          </a:prstGeom>
          <a:noFill/>
          <a:ln w="9525">
            <a:noFill/>
            <a:miter lim="800000"/>
            <a:headEnd/>
            <a:tailEnd/>
          </a:ln>
          <a:effectLst/>
        </p:spPr>
        <p:txBody>
          <a:bodyPr vert="horz" wrap="none" lIns="96312" tIns="48155" rIns="96312" bIns="48155" numCol="1" anchor="t" anchorCtr="0" compatLnSpc="1">
            <a:prstTxWarp prst="textNoShape">
              <a:avLst/>
            </a:prstTxWarp>
          </a:bodyPr>
          <a:lstStyle>
            <a:lvl1pPr algn="r" defTabSz="962025">
              <a:defRPr sz="1300">
                <a:latin typeface="Times New Roman" pitchFamily="18" charset="0"/>
              </a:defRPr>
            </a:lvl1pPr>
          </a:lstStyle>
          <a:p>
            <a:endParaRPr lang="en-US"/>
          </a:p>
        </p:txBody>
      </p:sp>
      <p:sp>
        <p:nvSpPr>
          <p:cNvPr id="117764" name="Rectangle 4"/>
          <p:cNvSpPr>
            <a:spLocks noGrp="1" noChangeArrowheads="1"/>
          </p:cNvSpPr>
          <p:nvPr>
            <p:ph type="ftr" sz="quarter" idx="2"/>
          </p:nvPr>
        </p:nvSpPr>
        <p:spPr bwMode="auto">
          <a:xfrm>
            <a:off x="0" y="9720175"/>
            <a:ext cx="3076672" cy="514438"/>
          </a:xfrm>
          <a:prstGeom prst="rect">
            <a:avLst/>
          </a:prstGeom>
          <a:noFill/>
          <a:ln w="9525">
            <a:noFill/>
            <a:miter lim="800000"/>
            <a:headEnd/>
            <a:tailEnd/>
          </a:ln>
          <a:effectLst/>
        </p:spPr>
        <p:txBody>
          <a:bodyPr vert="horz" wrap="none" lIns="96312" tIns="48155" rIns="96312" bIns="48155" numCol="1" anchor="b" anchorCtr="0" compatLnSpc="1">
            <a:prstTxWarp prst="textNoShape">
              <a:avLst/>
            </a:prstTxWarp>
          </a:bodyPr>
          <a:lstStyle>
            <a:lvl1pPr defTabSz="962025">
              <a:defRPr sz="1300">
                <a:latin typeface="Times New Roman" pitchFamily="18" charset="0"/>
              </a:defRPr>
            </a:lvl1pPr>
          </a:lstStyle>
          <a:p>
            <a:endParaRPr lang="en-US"/>
          </a:p>
        </p:txBody>
      </p:sp>
      <p:sp>
        <p:nvSpPr>
          <p:cNvPr id="117765" name="Rectangle 5"/>
          <p:cNvSpPr>
            <a:spLocks noGrp="1" noChangeArrowheads="1"/>
          </p:cNvSpPr>
          <p:nvPr>
            <p:ph type="sldNum" sz="quarter" idx="3"/>
          </p:nvPr>
        </p:nvSpPr>
        <p:spPr bwMode="auto">
          <a:xfrm>
            <a:off x="4022629" y="9720175"/>
            <a:ext cx="3076671" cy="514438"/>
          </a:xfrm>
          <a:prstGeom prst="rect">
            <a:avLst/>
          </a:prstGeom>
          <a:noFill/>
          <a:ln w="9525">
            <a:noFill/>
            <a:miter lim="800000"/>
            <a:headEnd/>
            <a:tailEnd/>
          </a:ln>
          <a:effectLst/>
        </p:spPr>
        <p:txBody>
          <a:bodyPr vert="horz" wrap="none" lIns="96312" tIns="48155" rIns="96312" bIns="48155" numCol="1" anchor="b" anchorCtr="0" compatLnSpc="1">
            <a:prstTxWarp prst="textNoShape">
              <a:avLst/>
            </a:prstTxWarp>
          </a:bodyPr>
          <a:lstStyle>
            <a:lvl1pPr algn="r" defTabSz="962025">
              <a:defRPr sz="1300">
                <a:latin typeface="Times New Roman" pitchFamily="18" charset="0"/>
              </a:defRPr>
            </a:lvl1pPr>
          </a:lstStyle>
          <a:p>
            <a:fld id="{D43DE46E-A513-4C05-BF28-9684D3D71A8B}" type="slidenum">
              <a:rPr lang="en-US"/>
              <a:pPr/>
              <a:t>‹#›</a:t>
            </a:fld>
            <a:endParaRPr lang="en-US"/>
          </a:p>
        </p:txBody>
      </p:sp>
    </p:spTree>
    <p:extLst>
      <p:ext uri="{BB962C8B-B14F-4D97-AF65-F5344CB8AC3E}">
        <p14:creationId xmlns:p14="http://schemas.microsoft.com/office/powerpoint/2010/main" val="18706059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898" name="Rectangle 2"/>
          <p:cNvSpPr>
            <a:spLocks noGrp="1" noChangeArrowheads="1"/>
          </p:cNvSpPr>
          <p:nvPr>
            <p:ph type="hdr" sz="quarter"/>
          </p:nvPr>
        </p:nvSpPr>
        <p:spPr bwMode="auto">
          <a:xfrm>
            <a:off x="0" y="101534"/>
            <a:ext cx="194570" cy="297305"/>
          </a:xfrm>
          <a:prstGeom prst="rect">
            <a:avLst/>
          </a:prstGeom>
          <a:noFill/>
          <a:ln w="9525">
            <a:noFill/>
            <a:miter lim="800000"/>
            <a:headEnd/>
            <a:tailEnd/>
          </a:ln>
          <a:effectLst/>
        </p:spPr>
        <p:txBody>
          <a:bodyPr vert="horz" wrap="none" lIns="96312" tIns="48155" rIns="96312" bIns="48155" numCol="1" anchor="ctr" anchorCtr="0" compatLnSpc="1">
            <a:prstTxWarp prst="textNoShape">
              <a:avLst/>
            </a:prstTxWarp>
            <a:spAutoFit/>
          </a:bodyPr>
          <a:lstStyle>
            <a:lvl1pPr defTabSz="962025">
              <a:defRPr sz="1300">
                <a:latin typeface="Times New Roman" pitchFamily="18" charset="0"/>
              </a:defRPr>
            </a:lvl1pPr>
          </a:lstStyle>
          <a:p>
            <a:endParaRPr lang="en-US"/>
          </a:p>
        </p:txBody>
      </p:sp>
      <p:sp>
        <p:nvSpPr>
          <p:cNvPr id="208899" name="Rectangle 3"/>
          <p:cNvSpPr>
            <a:spLocks noGrp="1" noChangeArrowheads="1"/>
          </p:cNvSpPr>
          <p:nvPr>
            <p:ph type="dt" idx="1"/>
          </p:nvPr>
        </p:nvSpPr>
        <p:spPr bwMode="auto">
          <a:xfrm>
            <a:off x="6904731" y="101534"/>
            <a:ext cx="194570" cy="297305"/>
          </a:xfrm>
          <a:prstGeom prst="rect">
            <a:avLst/>
          </a:prstGeom>
          <a:noFill/>
          <a:ln w="9525">
            <a:noFill/>
            <a:miter lim="800000"/>
            <a:headEnd/>
            <a:tailEnd/>
          </a:ln>
          <a:effectLst/>
        </p:spPr>
        <p:txBody>
          <a:bodyPr vert="horz" wrap="none" lIns="96312" tIns="48155" rIns="96312" bIns="48155" numCol="1" anchor="ctr" anchorCtr="0" compatLnSpc="1">
            <a:prstTxWarp prst="textNoShape">
              <a:avLst/>
            </a:prstTxWarp>
            <a:spAutoFit/>
          </a:bodyPr>
          <a:lstStyle>
            <a:lvl1pPr algn="r" defTabSz="962025">
              <a:defRPr sz="1300">
                <a:latin typeface="Times New Roman" pitchFamily="18" charset="0"/>
              </a:defRPr>
            </a:lvl1pPr>
          </a:lstStyle>
          <a:p>
            <a:endParaRPr lang="en-US"/>
          </a:p>
        </p:txBody>
      </p:sp>
      <p:sp>
        <p:nvSpPr>
          <p:cNvPr id="208900" name="Rectangle 4"/>
          <p:cNvSpPr>
            <a:spLocks noGrp="1" noRot="1" noChangeAspect="1" noChangeArrowheads="1" noTextEdit="1"/>
          </p:cNvSpPr>
          <p:nvPr>
            <p:ph type="sldImg" idx="2"/>
          </p:nvPr>
        </p:nvSpPr>
        <p:spPr bwMode="auto">
          <a:xfrm>
            <a:off x="993775" y="768350"/>
            <a:ext cx="5114925" cy="3836988"/>
          </a:xfrm>
          <a:prstGeom prst="rect">
            <a:avLst/>
          </a:prstGeom>
          <a:noFill/>
          <a:ln w="9525">
            <a:solidFill>
              <a:srgbClr val="000000"/>
            </a:solidFill>
            <a:miter lim="800000"/>
            <a:headEnd/>
            <a:tailEnd/>
          </a:ln>
          <a:effectLst/>
        </p:spPr>
      </p:sp>
      <p:sp>
        <p:nvSpPr>
          <p:cNvPr id="208901" name="Rectangle 5"/>
          <p:cNvSpPr>
            <a:spLocks noGrp="1" noChangeArrowheads="1"/>
          </p:cNvSpPr>
          <p:nvPr>
            <p:ph type="body" sz="quarter" idx="3"/>
          </p:nvPr>
        </p:nvSpPr>
        <p:spPr bwMode="auto">
          <a:xfrm>
            <a:off x="945957" y="6508321"/>
            <a:ext cx="2680763" cy="1242179"/>
          </a:xfrm>
          <a:prstGeom prst="rect">
            <a:avLst/>
          </a:prstGeom>
          <a:noFill/>
          <a:ln w="9525">
            <a:noFill/>
            <a:miter lim="800000"/>
            <a:headEnd/>
            <a:tailEnd/>
          </a:ln>
          <a:effectLst/>
        </p:spPr>
        <p:txBody>
          <a:bodyPr vert="horz" wrap="none" lIns="96312" tIns="48155" rIns="96312" bIns="48155" numCol="1" anchor="ctr"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8902" name="Rectangle 6"/>
          <p:cNvSpPr>
            <a:spLocks noGrp="1" noChangeArrowheads="1"/>
          </p:cNvSpPr>
          <p:nvPr>
            <p:ph type="ftr" sz="quarter" idx="4"/>
          </p:nvPr>
        </p:nvSpPr>
        <p:spPr bwMode="auto">
          <a:xfrm>
            <a:off x="0" y="9921551"/>
            <a:ext cx="194570" cy="297305"/>
          </a:xfrm>
          <a:prstGeom prst="rect">
            <a:avLst/>
          </a:prstGeom>
          <a:noFill/>
          <a:ln w="9525">
            <a:noFill/>
            <a:miter lim="800000"/>
            <a:headEnd/>
            <a:tailEnd/>
          </a:ln>
          <a:effectLst/>
        </p:spPr>
        <p:txBody>
          <a:bodyPr vert="horz" wrap="none" lIns="96312" tIns="48155" rIns="96312" bIns="48155" numCol="1" anchor="b" anchorCtr="0" compatLnSpc="1">
            <a:prstTxWarp prst="textNoShape">
              <a:avLst/>
            </a:prstTxWarp>
            <a:spAutoFit/>
          </a:bodyPr>
          <a:lstStyle>
            <a:lvl1pPr defTabSz="962025">
              <a:defRPr sz="1300">
                <a:latin typeface="Times New Roman" pitchFamily="18" charset="0"/>
              </a:defRPr>
            </a:lvl1pPr>
          </a:lstStyle>
          <a:p>
            <a:endParaRPr lang="en-US"/>
          </a:p>
        </p:txBody>
      </p:sp>
      <p:sp>
        <p:nvSpPr>
          <p:cNvPr id="208903" name="Rectangle 7"/>
          <p:cNvSpPr>
            <a:spLocks noGrp="1" noChangeArrowheads="1"/>
          </p:cNvSpPr>
          <p:nvPr>
            <p:ph type="sldNum" sz="quarter" idx="5"/>
          </p:nvPr>
        </p:nvSpPr>
        <p:spPr bwMode="auto">
          <a:xfrm>
            <a:off x="6709229" y="9921551"/>
            <a:ext cx="390071" cy="297305"/>
          </a:xfrm>
          <a:prstGeom prst="rect">
            <a:avLst/>
          </a:prstGeom>
          <a:noFill/>
          <a:ln w="9525">
            <a:noFill/>
            <a:miter lim="800000"/>
            <a:headEnd/>
            <a:tailEnd/>
          </a:ln>
          <a:effectLst/>
        </p:spPr>
        <p:txBody>
          <a:bodyPr vert="horz" wrap="none" lIns="96312" tIns="48155" rIns="96312" bIns="48155" numCol="1" anchor="b" anchorCtr="0" compatLnSpc="1">
            <a:prstTxWarp prst="textNoShape">
              <a:avLst/>
            </a:prstTxWarp>
            <a:spAutoFit/>
          </a:bodyPr>
          <a:lstStyle>
            <a:lvl1pPr algn="r" defTabSz="962025">
              <a:defRPr sz="1300">
                <a:latin typeface="Times New Roman" pitchFamily="18" charset="0"/>
              </a:defRPr>
            </a:lvl1pPr>
          </a:lstStyle>
          <a:p>
            <a:fld id="{D19F9587-E3FC-4406-898B-C5E19B684872}" type="slidenum">
              <a:rPr lang="en-US"/>
              <a:pPr/>
              <a:t>‹#›</a:t>
            </a:fld>
            <a:endParaRPr lang="en-US"/>
          </a:p>
        </p:txBody>
      </p:sp>
    </p:spTree>
    <p:extLst>
      <p:ext uri="{BB962C8B-B14F-4D97-AF65-F5344CB8AC3E}">
        <p14:creationId xmlns:p14="http://schemas.microsoft.com/office/powerpoint/2010/main" val="10987113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D19F9587-E3FC-4406-898B-C5E19B684872}" type="slidenum">
              <a:rPr lang="en-US" smtClean="0"/>
              <a:pPr/>
              <a:t>1</a:t>
            </a:fld>
            <a:endParaRPr lang="en-US"/>
          </a:p>
        </p:txBody>
      </p:sp>
    </p:spTree>
    <p:extLst>
      <p:ext uri="{BB962C8B-B14F-4D97-AF65-F5344CB8AC3E}">
        <p14:creationId xmlns:p14="http://schemas.microsoft.com/office/powerpoint/2010/main" val="2748693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D19F9587-E3FC-4406-898B-C5E19B684872}" type="slidenum">
              <a:rPr lang="en-US" smtClean="0"/>
              <a:pPr/>
              <a:t>4</a:t>
            </a:fld>
            <a:endParaRPr lang="en-US"/>
          </a:p>
        </p:txBody>
      </p:sp>
    </p:spTree>
    <p:extLst>
      <p:ext uri="{BB962C8B-B14F-4D97-AF65-F5344CB8AC3E}">
        <p14:creationId xmlns:p14="http://schemas.microsoft.com/office/powerpoint/2010/main" val="1238164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lvl1pPr>
              <a:defRPr/>
            </a:lvl1pPr>
          </a:lstStyle>
          <a:p>
            <a:r>
              <a:rPr lang="en-US" smtClean="0"/>
              <a:t>August 2015</a:t>
            </a:r>
            <a:endParaRPr lang="en-US"/>
          </a:p>
        </p:txBody>
      </p:sp>
      <p:sp>
        <p:nvSpPr>
          <p:cNvPr id="5" name="Footer Placeholder 4"/>
          <p:cNvSpPr>
            <a:spLocks noGrp="1"/>
          </p:cNvSpPr>
          <p:nvPr>
            <p:ph type="ftr" sz="quarter" idx="11"/>
          </p:nvPr>
        </p:nvSpPr>
        <p:spPr/>
        <p:txBody>
          <a:bodyPr/>
          <a:lstStyle>
            <a:lvl1pPr>
              <a:defRPr/>
            </a:lvl1pPr>
          </a:lstStyle>
          <a:p>
            <a:r>
              <a:rPr lang="en-MY" smtClean="0"/>
              <a:t> 2015 Multimedia University</a:t>
            </a:r>
            <a:endParaRPr lang="en-US"/>
          </a:p>
        </p:txBody>
      </p:sp>
      <p:sp>
        <p:nvSpPr>
          <p:cNvPr id="6" name="Slide Number Placeholder 5"/>
          <p:cNvSpPr>
            <a:spLocks noGrp="1"/>
          </p:cNvSpPr>
          <p:nvPr>
            <p:ph type="sldNum" sz="quarter" idx="12"/>
          </p:nvPr>
        </p:nvSpPr>
        <p:spPr/>
        <p:txBody>
          <a:bodyPr/>
          <a:lstStyle>
            <a:lvl1pPr>
              <a:defRPr/>
            </a:lvl1pPr>
          </a:lstStyle>
          <a:p>
            <a:fld id="{1DC103D1-B241-4C8D-9D55-4F712141131F}"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r>
              <a:rPr lang="en-US" smtClean="0"/>
              <a:t>August 2015</a:t>
            </a:r>
            <a:endParaRPr lang="en-US"/>
          </a:p>
        </p:txBody>
      </p:sp>
      <p:sp>
        <p:nvSpPr>
          <p:cNvPr id="5" name="Footer Placeholder 4"/>
          <p:cNvSpPr>
            <a:spLocks noGrp="1"/>
          </p:cNvSpPr>
          <p:nvPr>
            <p:ph type="ftr" sz="quarter" idx="11"/>
          </p:nvPr>
        </p:nvSpPr>
        <p:spPr/>
        <p:txBody>
          <a:bodyPr/>
          <a:lstStyle>
            <a:lvl1pPr>
              <a:defRPr/>
            </a:lvl1pPr>
          </a:lstStyle>
          <a:p>
            <a:r>
              <a:rPr lang="en-MY" smtClean="0"/>
              <a:t> 2015 Multimedia University</a:t>
            </a:r>
            <a:endParaRPr lang="en-US"/>
          </a:p>
        </p:txBody>
      </p:sp>
      <p:sp>
        <p:nvSpPr>
          <p:cNvPr id="6" name="Slide Number Placeholder 5"/>
          <p:cNvSpPr>
            <a:spLocks noGrp="1"/>
          </p:cNvSpPr>
          <p:nvPr>
            <p:ph type="sldNum" sz="quarter" idx="12"/>
          </p:nvPr>
        </p:nvSpPr>
        <p:spPr/>
        <p:txBody>
          <a:bodyPr/>
          <a:lstStyle>
            <a:lvl1pPr>
              <a:defRPr/>
            </a:lvl1pPr>
          </a:lstStyle>
          <a:p>
            <a:fld id="{4B29D28B-8BA2-47BF-B3FE-FAB675546412}"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r>
              <a:rPr lang="en-US" smtClean="0"/>
              <a:t>August 2015</a:t>
            </a:r>
            <a:endParaRPr lang="en-US"/>
          </a:p>
        </p:txBody>
      </p:sp>
      <p:sp>
        <p:nvSpPr>
          <p:cNvPr id="5" name="Footer Placeholder 4"/>
          <p:cNvSpPr>
            <a:spLocks noGrp="1"/>
          </p:cNvSpPr>
          <p:nvPr>
            <p:ph type="ftr" sz="quarter" idx="11"/>
          </p:nvPr>
        </p:nvSpPr>
        <p:spPr/>
        <p:txBody>
          <a:bodyPr/>
          <a:lstStyle>
            <a:lvl1pPr>
              <a:defRPr/>
            </a:lvl1pPr>
          </a:lstStyle>
          <a:p>
            <a:r>
              <a:rPr lang="en-MY" smtClean="0"/>
              <a:t> 2015 Multimedia University</a:t>
            </a:r>
            <a:endParaRPr lang="en-US"/>
          </a:p>
        </p:txBody>
      </p:sp>
      <p:sp>
        <p:nvSpPr>
          <p:cNvPr id="6" name="Slide Number Placeholder 5"/>
          <p:cNvSpPr>
            <a:spLocks noGrp="1"/>
          </p:cNvSpPr>
          <p:nvPr>
            <p:ph type="sldNum" sz="quarter" idx="12"/>
          </p:nvPr>
        </p:nvSpPr>
        <p:spPr/>
        <p:txBody>
          <a:bodyPr/>
          <a:lstStyle>
            <a:lvl1pPr>
              <a:defRPr/>
            </a:lvl1pPr>
          </a:lstStyle>
          <a:p>
            <a:fld id="{E9AD4017-AA37-4720-9CD6-98981BB2AE90}"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304800" y="1295400"/>
            <a:ext cx="42291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4686300" y="1295400"/>
            <a:ext cx="42291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4"/>
          <p:cNvSpPr>
            <a:spLocks noGrp="1"/>
          </p:cNvSpPr>
          <p:nvPr>
            <p:ph type="dt" sz="half" idx="10"/>
          </p:nvPr>
        </p:nvSpPr>
        <p:spPr/>
        <p:txBody>
          <a:bodyPr/>
          <a:lstStyle>
            <a:lvl1pPr>
              <a:defRPr/>
            </a:lvl1pPr>
          </a:lstStyle>
          <a:p>
            <a:r>
              <a:rPr lang="en-US" smtClean="0"/>
              <a:t>August 2015</a:t>
            </a:r>
            <a:endParaRPr lang="en-US"/>
          </a:p>
        </p:txBody>
      </p:sp>
      <p:sp>
        <p:nvSpPr>
          <p:cNvPr id="6" name="Footer Placeholder 5"/>
          <p:cNvSpPr>
            <a:spLocks noGrp="1"/>
          </p:cNvSpPr>
          <p:nvPr>
            <p:ph type="ftr" sz="quarter" idx="11"/>
          </p:nvPr>
        </p:nvSpPr>
        <p:spPr/>
        <p:txBody>
          <a:bodyPr/>
          <a:lstStyle>
            <a:lvl1pPr>
              <a:defRPr/>
            </a:lvl1pPr>
          </a:lstStyle>
          <a:p>
            <a:r>
              <a:rPr lang="en-MY" smtClean="0"/>
              <a:t> 2015 Multimedia University</a:t>
            </a:r>
            <a:endParaRPr lang="en-US"/>
          </a:p>
        </p:txBody>
      </p:sp>
      <p:sp>
        <p:nvSpPr>
          <p:cNvPr id="7" name="Slide Number Placeholder 6"/>
          <p:cNvSpPr>
            <a:spLocks noGrp="1"/>
          </p:cNvSpPr>
          <p:nvPr>
            <p:ph type="sldNum" sz="quarter" idx="12"/>
          </p:nvPr>
        </p:nvSpPr>
        <p:spPr/>
        <p:txBody>
          <a:bodyPr/>
          <a:lstStyle>
            <a:lvl1pPr>
              <a:defRPr/>
            </a:lvl1pPr>
          </a:lstStyle>
          <a:p>
            <a:fld id="{3F81D3D0-22DF-49C7-A4D9-2916FD3DC241}"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6"/>
          <p:cNvSpPr>
            <a:spLocks noGrp="1"/>
          </p:cNvSpPr>
          <p:nvPr>
            <p:ph type="dt" sz="half" idx="10"/>
          </p:nvPr>
        </p:nvSpPr>
        <p:spPr/>
        <p:txBody>
          <a:bodyPr/>
          <a:lstStyle>
            <a:lvl1pPr>
              <a:defRPr/>
            </a:lvl1pPr>
          </a:lstStyle>
          <a:p>
            <a:r>
              <a:rPr lang="en-US" smtClean="0"/>
              <a:t>August 2015</a:t>
            </a:r>
            <a:endParaRPr lang="en-US"/>
          </a:p>
        </p:txBody>
      </p:sp>
      <p:sp>
        <p:nvSpPr>
          <p:cNvPr id="8" name="Footer Placeholder 7"/>
          <p:cNvSpPr>
            <a:spLocks noGrp="1"/>
          </p:cNvSpPr>
          <p:nvPr>
            <p:ph type="ftr" sz="quarter" idx="11"/>
          </p:nvPr>
        </p:nvSpPr>
        <p:spPr/>
        <p:txBody>
          <a:bodyPr/>
          <a:lstStyle>
            <a:lvl1pPr>
              <a:defRPr/>
            </a:lvl1pPr>
          </a:lstStyle>
          <a:p>
            <a:r>
              <a:rPr lang="en-MY" smtClean="0"/>
              <a:t> 2015 Multimedia University</a:t>
            </a:r>
            <a:endParaRPr lang="en-US"/>
          </a:p>
        </p:txBody>
      </p:sp>
      <p:sp>
        <p:nvSpPr>
          <p:cNvPr id="9" name="Slide Number Placeholder 8"/>
          <p:cNvSpPr>
            <a:spLocks noGrp="1"/>
          </p:cNvSpPr>
          <p:nvPr>
            <p:ph type="sldNum" sz="quarter" idx="12"/>
          </p:nvPr>
        </p:nvSpPr>
        <p:spPr/>
        <p:txBody>
          <a:bodyPr/>
          <a:lstStyle>
            <a:lvl1pPr>
              <a:defRPr/>
            </a:lvl1pPr>
          </a:lstStyle>
          <a:p>
            <a:fld id="{1A376E10-F896-46C9-B304-D8DD639DE071}"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2"/>
          <p:cNvSpPr>
            <a:spLocks noGrp="1"/>
          </p:cNvSpPr>
          <p:nvPr>
            <p:ph type="dt" sz="half" idx="10"/>
          </p:nvPr>
        </p:nvSpPr>
        <p:spPr/>
        <p:txBody>
          <a:bodyPr/>
          <a:lstStyle>
            <a:lvl1pPr>
              <a:defRPr/>
            </a:lvl1pPr>
          </a:lstStyle>
          <a:p>
            <a:r>
              <a:rPr lang="en-US" smtClean="0"/>
              <a:t>August 2015</a:t>
            </a:r>
            <a:endParaRPr lang="en-US"/>
          </a:p>
        </p:txBody>
      </p:sp>
      <p:sp>
        <p:nvSpPr>
          <p:cNvPr id="4" name="Footer Placeholder 3"/>
          <p:cNvSpPr>
            <a:spLocks noGrp="1"/>
          </p:cNvSpPr>
          <p:nvPr>
            <p:ph type="ftr" sz="quarter" idx="11"/>
          </p:nvPr>
        </p:nvSpPr>
        <p:spPr/>
        <p:txBody>
          <a:bodyPr/>
          <a:lstStyle>
            <a:lvl1pPr>
              <a:defRPr/>
            </a:lvl1pPr>
          </a:lstStyle>
          <a:p>
            <a:r>
              <a:rPr lang="en-MY" smtClean="0"/>
              <a:t> 2015 Multimedia University</a:t>
            </a:r>
            <a:endParaRPr lang="en-US"/>
          </a:p>
        </p:txBody>
      </p:sp>
      <p:sp>
        <p:nvSpPr>
          <p:cNvPr id="5" name="Slide Number Placeholder 4"/>
          <p:cNvSpPr>
            <a:spLocks noGrp="1"/>
          </p:cNvSpPr>
          <p:nvPr>
            <p:ph type="sldNum" sz="quarter" idx="12"/>
          </p:nvPr>
        </p:nvSpPr>
        <p:spPr/>
        <p:txBody>
          <a:bodyPr/>
          <a:lstStyle>
            <a:lvl1pPr>
              <a:defRPr/>
            </a:lvl1pPr>
          </a:lstStyle>
          <a:p>
            <a:fld id="{DFF30957-81B8-4B62-93B7-029E0671D625}"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smtClean="0"/>
              <a:t>August 2015</a:t>
            </a:r>
            <a:endParaRPr lang="en-US"/>
          </a:p>
        </p:txBody>
      </p:sp>
      <p:sp>
        <p:nvSpPr>
          <p:cNvPr id="3" name="Footer Placeholder 2"/>
          <p:cNvSpPr>
            <a:spLocks noGrp="1"/>
          </p:cNvSpPr>
          <p:nvPr>
            <p:ph type="ftr" sz="quarter" idx="11"/>
          </p:nvPr>
        </p:nvSpPr>
        <p:spPr/>
        <p:txBody>
          <a:bodyPr/>
          <a:lstStyle>
            <a:lvl1pPr>
              <a:defRPr/>
            </a:lvl1pPr>
          </a:lstStyle>
          <a:p>
            <a:r>
              <a:rPr lang="en-MY" smtClean="0"/>
              <a:t> 2015 Multimedia University</a:t>
            </a:r>
            <a:endParaRPr lang="en-US"/>
          </a:p>
        </p:txBody>
      </p:sp>
      <p:sp>
        <p:nvSpPr>
          <p:cNvPr id="4" name="Slide Number Placeholder 3"/>
          <p:cNvSpPr>
            <a:spLocks noGrp="1"/>
          </p:cNvSpPr>
          <p:nvPr>
            <p:ph type="sldNum" sz="quarter" idx="12"/>
          </p:nvPr>
        </p:nvSpPr>
        <p:spPr/>
        <p:txBody>
          <a:bodyPr/>
          <a:lstStyle>
            <a:lvl1pPr>
              <a:defRPr/>
            </a:lvl1pPr>
          </a:lstStyle>
          <a:p>
            <a:fld id="{3A40F935-C197-435E-B508-6E0BECA5A9E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r>
              <a:rPr lang="en-US" smtClean="0"/>
              <a:t>August 2015</a:t>
            </a:r>
            <a:endParaRPr lang="en-US"/>
          </a:p>
        </p:txBody>
      </p:sp>
      <p:sp>
        <p:nvSpPr>
          <p:cNvPr id="6" name="Footer Placeholder 5"/>
          <p:cNvSpPr>
            <a:spLocks noGrp="1"/>
          </p:cNvSpPr>
          <p:nvPr>
            <p:ph type="ftr" sz="quarter" idx="11"/>
          </p:nvPr>
        </p:nvSpPr>
        <p:spPr/>
        <p:txBody>
          <a:bodyPr/>
          <a:lstStyle>
            <a:lvl1pPr>
              <a:defRPr/>
            </a:lvl1pPr>
          </a:lstStyle>
          <a:p>
            <a:r>
              <a:rPr lang="en-MY" smtClean="0"/>
              <a:t> 2015 Multimedia University</a:t>
            </a:r>
            <a:endParaRPr lang="en-US"/>
          </a:p>
        </p:txBody>
      </p:sp>
      <p:sp>
        <p:nvSpPr>
          <p:cNvPr id="7" name="Slide Number Placeholder 6"/>
          <p:cNvSpPr>
            <a:spLocks noGrp="1"/>
          </p:cNvSpPr>
          <p:nvPr>
            <p:ph type="sldNum" sz="quarter" idx="12"/>
          </p:nvPr>
        </p:nvSpPr>
        <p:spPr/>
        <p:txBody>
          <a:bodyPr/>
          <a:lstStyle>
            <a:lvl1pPr>
              <a:defRPr/>
            </a:lvl1pPr>
          </a:lstStyle>
          <a:p>
            <a:fld id="{E9A87F0C-E0B4-4BE6-A719-824AE20F21FC}"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r>
              <a:rPr lang="en-US" smtClean="0"/>
              <a:t>August 2015</a:t>
            </a:r>
            <a:endParaRPr lang="en-US"/>
          </a:p>
        </p:txBody>
      </p:sp>
      <p:sp>
        <p:nvSpPr>
          <p:cNvPr id="6" name="Footer Placeholder 5"/>
          <p:cNvSpPr>
            <a:spLocks noGrp="1"/>
          </p:cNvSpPr>
          <p:nvPr>
            <p:ph type="ftr" sz="quarter" idx="11"/>
          </p:nvPr>
        </p:nvSpPr>
        <p:spPr/>
        <p:txBody>
          <a:bodyPr/>
          <a:lstStyle>
            <a:lvl1pPr>
              <a:defRPr/>
            </a:lvl1pPr>
          </a:lstStyle>
          <a:p>
            <a:r>
              <a:rPr lang="en-MY" smtClean="0"/>
              <a:t> 2015 Multimedia University</a:t>
            </a:r>
            <a:endParaRPr lang="en-US"/>
          </a:p>
        </p:txBody>
      </p:sp>
      <p:sp>
        <p:nvSpPr>
          <p:cNvPr id="7" name="Slide Number Placeholder 6"/>
          <p:cNvSpPr>
            <a:spLocks noGrp="1"/>
          </p:cNvSpPr>
          <p:nvPr>
            <p:ph type="sldNum" sz="quarter" idx="12"/>
          </p:nvPr>
        </p:nvSpPr>
        <p:spPr/>
        <p:txBody>
          <a:bodyPr/>
          <a:lstStyle>
            <a:lvl1pPr>
              <a:defRPr/>
            </a:lvl1pPr>
          </a:lstStyle>
          <a:p>
            <a:fld id="{56B9EF2A-16BD-49B3-BFE5-09414F8B715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r>
              <a:rPr lang="en-US" smtClean="0"/>
              <a:t>August 2015</a:t>
            </a:r>
            <a:endParaRPr lang="en-US"/>
          </a:p>
        </p:txBody>
      </p:sp>
      <p:sp>
        <p:nvSpPr>
          <p:cNvPr id="5" name="Footer Placeholder 4"/>
          <p:cNvSpPr>
            <a:spLocks noGrp="1"/>
          </p:cNvSpPr>
          <p:nvPr>
            <p:ph type="ftr" sz="quarter" idx="11"/>
          </p:nvPr>
        </p:nvSpPr>
        <p:spPr/>
        <p:txBody>
          <a:bodyPr/>
          <a:lstStyle>
            <a:lvl1pPr>
              <a:defRPr/>
            </a:lvl1pPr>
          </a:lstStyle>
          <a:p>
            <a:r>
              <a:rPr lang="en-MY" smtClean="0"/>
              <a:t> 2015 Multimedia University</a:t>
            </a:r>
            <a:endParaRPr lang="en-US"/>
          </a:p>
        </p:txBody>
      </p:sp>
      <p:sp>
        <p:nvSpPr>
          <p:cNvPr id="6" name="Slide Number Placeholder 5"/>
          <p:cNvSpPr>
            <a:spLocks noGrp="1"/>
          </p:cNvSpPr>
          <p:nvPr>
            <p:ph type="sldNum" sz="quarter" idx="12"/>
          </p:nvPr>
        </p:nvSpPr>
        <p:spPr/>
        <p:txBody>
          <a:bodyPr/>
          <a:lstStyle>
            <a:lvl1pPr>
              <a:defRPr/>
            </a:lvl1pPr>
          </a:lstStyle>
          <a:p>
            <a:fld id="{1F87F903-C0ED-4982-8F50-F6F4DA2ADA39}"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0"/>
            <a:ext cx="2152650" cy="6019800"/>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304800" y="0"/>
            <a:ext cx="6305550" cy="6019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r>
              <a:rPr lang="en-US" smtClean="0"/>
              <a:t>August 2015</a:t>
            </a:r>
            <a:endParaRPr lang="en-US"/>
          </a:p>
        </p:txBody>
      </p:sp>
      <p:sp>
        <p:nvSpPr>
          <p:cNvPr id="5" name="Footer Placeholder 4"/>
          <p:cNvSpPr>
            <a:spLocks noGrp="1"/>
          </p:cNvSpPr>
          <p:nvPr>
            <p:ph type="ftr" sz="quarter" idx="11"/>
          </p:nvPr>
        </p:nvSpPr>
        <p:spPr/>
        <p:txBody>
          <a:bodyPr/>
          <a:lstStyle>
            <a:lvl1pPr>
              <a:defRPr/>
            </a:lvl1pPr>
          </a:lstStyle>
          <a:p>
            <a:r>
              <a:rPr lang="en-MY" smtClean="0"/>
              <a:t> 2015 Multimedia University</a:t>
            </a:r>
            <a:endParaRPr lang="en-US"/>
          </a:p>
        </p:txBody>
      </p:sp>
      <p:sp>
        <p:nvSpPr>
          <p:cNvPr id="6" name="Slide Number Placeholder 5"/>
          <p:cNvSpPr>
            <a:spLocks noGrp="1"/>
          </p:cNvSpPr>
          <p:nvPr>
            <p:ph type="sldNum" sz="quarter" idx="12"/>
          </p:nvPr>
        </p:nvSpPr>
        <p:spPr/>
        <p:txBody>
          <a:bodyPr/>
          <a:lstStyle>
            <a:lvl1pPr>
              <a:defRPr/>
            </a:lvl1pPr>
          </a:lstStyle>
          <a:p>
            <a:fld id="{6D4FC72F-9698-4A9B-9520-19E0BD4E9186}"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0"/>
            <a:ext cx="7772400" cy="1143000"/>
          </a:xfrm>
        </p:spPr>
        <p:txBody>
          <a:bodyPr/>
          <a:lstStyle/>
          <a:p>
            <a:r>
              <a:rPr lang="en-US" smtClean="0"/>
              <a:t>Click to edit Master title style</a:t>
            </a:r>
            <a:endParaRPr lang="en-MY"/>
          </a:p>
        </p:txBody>
      </p:sp>
      <p:sp>
        <p:nvSpPr>
          <p:cNvPr id="3" name="Content Placeholder 2"/>
          <p:cNvSpPr>
            <a:spLocks noGrp="1"/>
          </p:cNvSpPr>
          <p:nvPr>
            <p:ph sz="quarter" idx="1"/>
          </p:nvPr>
        </p:nvSpPr>
        <p:spPr>
          <a:xfrm>
            <a:off x="304800" y="1295400"/>
            <a:ext cx="4229100" cy="228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quarter" idx="2"/>
          </p:nvPr>
        </p:nvSpPr>
        <p:spPr>
          <a:xfrm>
            <a:off x="4686300" y="1295400"/>
            <a:ext cx="4229100" cy="228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Content Placeholder 4"/>
          <p:cNvSpPr>
            <a:spLocks noGrp="1"/>
          </p:cNvSpPr>
          <p:nvPr>
            <p:ph sz="quarter" idx="3"/>
          </p:nvPr>
        </p:nvSpPr>
        <p:spPr>
          <a:xfrm>
            <a:off x="304800" y="3733800"/>
            <a:ext cx="4229100" cy="228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6" name="Content Placeholder 5"/>
          <p:cNvSpPr>
            <a:spLocks noGrp="1"/>
          </p:cNvSpPr>
          <p:nvPr>
            <p:ph sz="quarter" idx="4"/>
          </p:nvPr>
        </p:nvSpPr>
        <p:spPr>
          <a:xfrm>
            <a:off x="4686300" y="3733800"/>
            <a:ext cx="4229100" cy="228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6"/>
          <p:cNvSpPr>
            <a:spLocks noGrp="1"/>
          </p:cNvSpPr>
          <p:nvPr>
            <p:ph type="dt" sz="half" idx="10"/>
          </p:nvPr>
        </p:nvSpPr>
        <p:spPr>
          <a:xfrm>
            <a:off x="685800" y="6324600"/>
            <a:ext cx="1905000" cy="381000"/>
          </a:xfrm>
        </p:spPr>
        <p:txBody>
          <a:bodyPr/>
          <a:lstStyle>
            <a:lvl1pPr>
              <a:defRPr/>
            </a:lvl1pPr>
          </a:lstStyle>
          <a:p>
            <a:r>
              <a:rPr lang="en-US" smtClean="0"/>
              <a:t>August 2015</a:t>
            </a:r>
            <a:endParaRPr lang="en-US"/>
          </a:p>
        </p:txBody>
      </p:sp>
      <p:sp>
        <p:nvSpPr>
          <p:cNvPr id="8" name="Footer Placeholder 7"/>
          <p:cNvSpPr>
            <a:spLocks noGrp="1"/>
          </p:cNvSpPr>
          <p:nvPr>
            <p:ph type="ftr" sz="quarter" idx="11"/>
          </p:nvPr>
        </p:nvSpPr>
        <p:spPr>
          <a:xfrm>
            <a:off x="3124200" y="6324600"/>
            <a:ext cx="2895600" cy="381000"/>
          </a:xfrm>
        </p:spPr>
        <p:txBody>
          <a:bodyPr/>
          <a:lstStyle>
            <a:lvl1pPr>
              <a:defRPr/>
            </a:lvl1pPr>
          </a:lstStyle>
          <a:p>
            <a:r>
              <a:rPr lang="en-MY" smtClean="0"/>
              <a:t> 2015 Multimedia University</a:t>
            </a:r>
            <a:endParaRPr lang="en-US"/>
          </a:p>
        </p:txBody>
      </p:sp>
      <p:sp>
        <p:nvSpPr>
          <p:cNvPr id="9" name="Slide Number Placeholder 8"/>
          <p:cNvSpPr>
            <a:spLocks noGrp="1"/>
          </p:cNvSpPr>
          <p:nvPr>
            <p:ph type="sldNum" sz="quarter" idx="12"/>
          </p:nvPr>
        </p:nvSpPr>
        <p:spPr>
          <a:xfrm>
            <a:off x="6553200" y="6324600"/>
            <a:ext cx="1905000" cy="381000"/>
          </a:xfrm>
        </p:spPr>
        <p:txBody>
          <a:bodyPr/>
          <a:lstStyle>
            <a:lvl1pPr>
              <a:defRPr/>
            </a:lvl1pPr>
          </a:lstStyle>
          <a:p>
            <a:fld id="{DD67B9AD-EB76-4092-BDF6-F3A214D0E0F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04800" y="1295400"/>
            <a:ext cx="8610600" cy="472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3246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imes New Roman" pitchFamily="18" charset="0"/>
              </a:defRPr>
            </a:lvl1pPr>
          </a:lstStyle>
          <a:p>
            <a:r>
              <a:rPr lang="en-US" smtClean="0"/>
              <a:t>August 2015</a:t>
            </a:r>
            <a:endParaRPr lang="en-US"/>
          </a:p>
        </p:txBody>
      </p:sp>
      <p:sp>
        <p:nvSpPr>
          <p:cNvPr id="1029" name="Rectangle 5"/>
          <p:cNvSpPr>
            <a:spLocks noGrp="1" noChangeArrowheads="1"/>
          </p:cNvSpPr>
          <p:nvPr>
            <p:ph type="ftr" sz="quarter" idx="3"/>
          </p:nvPr>
        </p:nvSpPr>
        <p:spPr bwMode="auto">
          <a:xfrm>
            <a:off x="3124200" y="6324600"/>
            <a:ext cx="2895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Times New Roman" pitchFamily="18" charset="0"/>
                <a:sym typeface="Symbol" pitchFamily="18" charset="2"/>
              </a:defRPr>
            </a:lvl1pPr>
          </a:lstStyle>
          <a:p>
            <a:r>
              <a:rPr lang="en-MY" smtClean="0"/>
              <a:t> 2015 Multimedia University</a:t>
            </a:r>
            <a:endParaRPr lang="en-US"/>
          </a:p>
        </p:txBody>
      </p:sp>
      <p:sp>
        <p:nvSpPr>
          <p:cNvPr id="1030" name="Rectangle 6"/>
          <p:cNvSpPr>
            <a:spLocks noGrp="1" noChangeArrowheads="1"/>
          </p:cNvSpPr>
          <p:nvPr>
            <p:ph type="sldNum" sz="quarter" idx="4"/>
          </p:nvPr>
        </p:nvSpPr>
        <p:spPr bwMode="auto">
          <a:xfrm>
            <a:off x="6553200" y="63246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Times New Roman" pitchFamily="18" charset="0"/>
              </a:defRPr>
            </a:lvl1pPr>
          </a:lstStyle>
          <a:p>
            <a:fld id="{C38F38A5-EF60-4373-9674-557C230DA3ED}" type="slidenum">
              <a:rPr lang="en-US"/>
              <a:pPr/>
              <a:t>‹#›</a:t>
            </a:fld>
            <a:endParaRPr lang="en-US"/>
          </a:p>
        </p:txBody>
      </p:sp>
      <p:sp>
        <p:nvSpPr>
          <p:cNvPr id="1031" name="Line 7"/>
          <p:cNvSpPr>
            <a:spLocks noChangeShapeType="1"/>
          </p:cNvSpPr>
          <p:nvPr/>
        </p:nvSpPr>
        <p:spPr bwMode="auto">
          <a:xfrm>
            <a:off x="609600" y="1143000"/>
            <a:ext cx="7772400" cy="0"/>
          </a:xfrm>
          <a:prstGeom prst="line">
            <a:avLst/>
          </a:prstGeom>
          <a:noFill/>
          <a:ln w="38100">
            <a:solidFill>
              <a:srgbClr val="3333FF"/>
            </a:solidFill>
            <a:round/>
            <a:headEnd/>
            <a:tailEnd/>
          </a:ln>
          <a:effectLst/>
        </p:spPr>
        <p:txBody>
          <a:bodyPr wrap="none" anchor="ctr">
            <a:spAutoFit/>
          </a:bodyPr>
          <a:lstStyle/>
          <a:p>
            <a:endParaRPr lang="en-MY"/>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200" b="1">
          <a:solidFill>
            <a:srgbClr val="808000"/>
          </a:solidFill>
          <a:latin typeface="+mj-lt"/>
          <a:ea typeface="+mj-ea"/>
          <a:cs typeface="+mj-cs"/>
        </a:defRPr>
      </a:lvl1pPr>
      <a:lvl2pPr algn="ctr" rtl="0" eaLnBrk="0" fontAlgn="base" hangingPunct="0">
        <a:spcBef>
          <a:spcPct val="0"/>
        </a:spcBef>
        <a:spcAft>
          <a:spcPct val="0"/>
        </a:spcAft>
        <a:defRPr sz="3200" b="1">
          <a:solidFill>
            <a:srgbClr val="808000"/>
          </a:solidFill>
          <a:latin typeface="Arial" charset="0"/>
        </a:defRPr>
      </a:lvl2pPr>
      <a:lvl3pPr algn="ctr" rtl="0" eaLnBrk="0" fontAlgn="base" hangingPunct="0">
        <a:spcBef>
          <a:spcPct val="0"/>
        </a:spcBef>
        <a:spcAft>
          <a:spcPct val="0"/>
        </a:spcAft>
        <a:defRPr sz="3200" b="1">
          <a:solidFill>
            <a:srgbClr val="808000"/>
          </a:solidFill>
          <a:latin typeface="Arial" charset="0"/>
        </a:defRPr>
      </a:lvl3pPr>
      <a:lvl4pPr algn="ctr" rtl="0" eaLnBrk="0" fontAlgn="base" hangingPunct="0">
        <a:spcBef>
          <a:spcPct val="0"/>
        </a:spcBef>
        <a:spcAft>
          <a:spcPct val="0"/>
        </a:spcAft>
        <a:defRPr sz="3200" b="1">
          <a:solidFill>
            <a:srgbClr val="808000"/>
          </a:solidFill>
          <a:latin typeface="Arial" charset="0"/>
        </a:defRPr>
      </a:lvl4pPr>
      <a:lvl5pPr algn="ctr" rtl="0" eaLnBrk="0" fontAlgn="base" hangingPunct="0">
        <a:spcBef>
          <a:spcPct val="0"/>
        </a:spcBef>
        <a:spcAft>
          <a:spcPct val="0"/>
        </a:spcAft>
        <a:defRPr sz="3200" b="1">
          <a:solidFill>
            <a:srgbClr val="808000"/>
          </a:solidFill>
          <a:latin typeface="Arial" charset="0"/>
        </a:defRPr>
      </a:lvl5pPr>
      <a:lvl6pPr marL="457200" algn="ctr" rtl="0" eaLnBrk="0" fontAlgn="base" hangingPunct="0">
        <a:spcBef>
          <a:spcPct val="0"/>
        </a:spcBef>
        <a:spcAft>
          <a:spcPct val="0"/>
        </a:spcAft>
        <a:defRPr sz="3200" b="1">
          <a:solidFill>
            <a:srgbClr val="808000"/>
          </a:solidFill>
          <a:latin typeface="Arial" charset="0"/>
        </a:defRPr>
      </a:lvl6pPr>
      <a:lvl7pPr marL="914400" algn="ctr" rtl="0" eaLnBrk="0" fontAlgn="base" hangingPunct="0">
        <a:spcBef>
          <a:spcPct val="0"/>
        </a:spcBef>
        <a:spcAft>
          <a:spcPct val="0"/>
        </a:spcAft>
        <a:defRPr sz="3200" b="1">
          <a:solidFill>
            <a:srgbClr val="808000"/>
          </a:solidFill>
          <a:latin typeface="Arial" charset="0"/>
        </a:defRPr>
      </a:lvl7pPr>
      <a:lvl8pPr marL="1371600" algn="ctr" rtl="0" eaLnBrk="0" fontAlgn="base" hangingPunct="0">
        <a:spcBef>
          <a:spcPct val="0"/>
        </a:spcBef>
        <a:spcAft>
          <a:spcPct val="0"/>
        </a:spcAft>
        <a:defRPr sz="3200" b="1">
          <a:solidFill>
            <a:srgbClr val="808000"/>
          </a:solidFill>
          <a:latin typeface="Arial" charset="0"/>
        </a:defRPr>
      </a:lvl8pPr>
      <a:lvl9pPr marL="1828800" algn="ctr" rtl="0" eaLnBrk="0" fontAlgn="base" hangingPunct="0">
        <a:spcBef>
          <a:spcPct val="0"/>
        </a:spcBef>
        <a:spcAft>
          <a:spcPct val="0"/>
        </a:spcAft>
        <a:defRPr sz="3200" b="1">
          <a:solidFill>
            <a:srgbClr val="808000"/>
          </a:solidFill>
          <a:latin typeface="Arial"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smtClean="0">
                <a:solidFill>
                  <a:schemeClr val="accent2"/>
                </a:solidFill>
              </a:rPr>
              <a:t>Guide to Preparing for FYP Presentation</a:t>
            </a:r>
            <a:endParaRPr lang="en-MY" sz="4400" dirty="0">
              <a:solidFill>
                <a:schemeClr val="accent2"/>
              </a:solidFill>
            </a:endParaRPr>
          </a:p>
        </p:txBody>
      </p:sp>
      <p:sp>
        <p:nvSpPr>
          <p:cNvPr id="3" name="Subtitle 2"/>
          <p:cNvSpPr>
            <a:spLocks noGrp="1"/>
          </p:cNvSpPr>
          <p:nvPr>
            <p:ph type="subTitle" idx="1"/>
          </p:nvPr>
        </p:nvSpPr>
        <p:spPr/>
        <p:txBody>
          <a:bodyPr/>
          <a:lstStyle/>
          <a:p>
            <a:endParaRPr lang="en-US" sz="2800" dirty="0"/>
          </a:p>
        </p:txBody>
      </p:sp>
      <p:sp>
        <p:nvSpPr>
          <p:cNvPr id="6" name="Slide Number Placeholder 5"/>
          <p:cNvSpPr>
            <a:spLocks noGrp="1"/>
          </p:cNvSpPr>
          <p:nvPr>
            <p:ph type="sldNum" sz="quarter" idx="12"/>
          </p:nvPr>
        </p:nvSpPr>
        <p:spPr/>
        <p:txBody>
          <a:bodyPr/>
          <a:lstStyle/>
          <a:p>
            <a:fld id="{1DC103D1-B241-4C8D-9D55-4F712141131F}" type="slidenum">
              <a:rPr lang="en-US" smtClean="0"/>
              <a:pPr/>
              <a:t>1</a:t>
            </a:fld>
            <a:endParaRPr lang="en-US"/>
          </a:p>
        </p:txBody>
      </p:sp>
    </p:spTree>
    <p:extLst>
      <p:ext uri="{BB962C8B-B14F-4D97-AF65-F5344CB8AC3E}">
        <p14:creationId xmlns:p14="http://schemas.microsoft.com/office/powerpoint/2010/main" val="1176879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Timing Consideration</a:t>
            </a:r>
            <a:endParaRPr lang="en-MY" dirty="0"/>
          </a:p>
        </p:txBody>
      </p:sp>
      <p:sp>
        <p:nvSpPr>
          <p:cNvPr id="3" name="Content Placeholder 2"/>
          <p:cNvSpPr>
            <a:spLocks noGrp="1"/>
          </p:cNvSpPr>
          <p:nvPr>
            <p:ph idx="1"/>
          </p:nvPr>
        </p:nvSpPr>
        <p:spPr/>
        <p:txBody>
          <a:bodyPr/>
          <a:lstStyle/>
          <a:p>
            <a:r>
              <a:rPr lang="en-MY" sz="2400" dirty="0" smtClean="0"/>
              <a:t>Typical FYP presentation session is only 30 minutes.</a:t>
            </a:r>
          </a:p>
          <a:p>
            <a:r>
              <a:rPr lang="en-MY" sz="2400" dirty="0" smtClean="0"/>
              <a:t>This means you have:</a:t>
            </a:r>
          </a:p>
          <a:p>
            <a:pPr lvl="1"/>
            <a:r>
              <a:rPr lang="en-MY" sz="2400" dirty="0" smtClean="0"/>
              <a:t>20 minutes for your slides.</a:t>
            </a:r>
          </a:p>
          <a:p>
            <a:pPr lvl="1"/>
            <a:r>
              <a:rPr lang="en-MY" sz="2400" dirty="0" smtClean="0"/>
              <a:t>5 minutes for demonstration (for developmental project).</a:t>
            </a:r>
          </a:p>
          <a:p>
            <a:pPr lvl="1"/>
            <a:r>
              <a:rPr lang="en-MY" sz="2400" dirty="0" smtClean="0"/>
              <a:t>5 minutes for Q &amp; A.</a:t>
            </a:r>
            <a:endParaRPr lang="en-MY" sz="2400" dirty="0"/>
          </a:p>
          <a:p>
            <a:endParaRPr lang="en-MY" sz="2400" dirty="0" smtClean="0"/>
          </a:p>
        </p:txBody>
      </p:sp>
      <p:sp>
        <p:nvSpPr>
          <p:cNvPr id="6" name="Slide Number Placeholder 5"/>
          <p:cNvSpPr>
            <a:spLocks noGrp="1"/>
          </p:cNvSpPr>
          <p:nvPr>
            <p:ph type="sldNum" sz="quarter" idx="12"/>
          </p:nvPr>
        </p:nvSpPr>
        <p:spPr/>
        <p:txBody>
          <a:bodyPr/>
          <a:lstStyle/>
          <a:p>
            <a:fld id="{4B29D28B-8BA2-47BF-B3FE-FAB675546412}" type="slidenum">
              <a:rPr lang="en-US" smtClean="0"/>
              <a:pPr/>
              <a:t>2</a:t>
            </a:fld>
            <a:endParaRPr lang="en-US"/>
          </a:p>
        </p:txBody>
      </p:sp>
    </p:spTree>
    <p:extLst>
      <p:ext uri="{BB962C8B-B14F-4D97-AF65-F5344CB8AC3E}">
        <p14:creationId xmlns:p14="http://schemas.microsoft.com/office/powerpoint/2010/main" val="834661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Presentation Slides</a:t>
            </a:r>
            <a:endParaRPr lang="en-MY" dirty="0"/>
          </a:p>
        </p:txBody>
      </p:sp>
      <p:sp>
        <p:nvSpPr>
          <p:cNvPr id="3" name="Content Placeholder 2"/>
          <p:cNvSpPr>
            <a:spLocks noGrp="1"/>
          </p:cNvSpPr>
          <p:nvPr>
            <p:ph idx="1"/>
          </p:nvPr>
        </p:nvSpPr>
        <p:spPr>
          <a:xfrm>
            <a:off x="304800" y="1295400"/>
            <a:ext cx="8610600" cy="1701552"/>
          </a:xfrm>
        </p:spPr>
        <p:txBody>
          <a:bodyPr/>
          <a:lstStyle/>
          <a:p>
            <a:r>
              <a:rPr lang="en-MY" sz="2400" dirty="0" smtClean="0"/>
              <a:t>Assuming you have 20 minutes to showcase your slides, and 1 minute per slide, this would roughly works out to 20 slides.</a:t>
            </a:r>
          </a:p>
          <a:p>
            <a:r>
              <a:rPr lang="en-MY" sz="2400" dirty="0" smtClean="0"/>
              <a:t>Generally you can have more than 20 slides, by breaking down your slides into the </a:t>
            </a:r>
            <a:r>
              <a:rPr lang="en-MY" sz="2400" b="1" dirty="0" smtClean="0"/>
              <a:t>Main</a:t>
            </a:r>
            <a:r>
              <a:rPr lang="en-MY" sz="2400" dirty="0" smtClean="0"/>
              <a:t> and </a:t>
            </a:r>
            <a:r>
              <a:rPr lang="en-MY" sz="2400" b="1" dirty="0" smtClean="0"/>
              <a:t>Secondary</a:t>
            </a:r>
            <a:r>
              <a:rPr lang="en-MY" sz="2400" dirty="0" smtClean="0"/>
              <a:t> slides. </a:t>
            </a:r>
          </a:p>
          <a:p>
            <a:r>
              <a:rPr lang="en-MY" sz="2400" dirty="0" smtClean="0"/>
              <a:t>The Main slides are the one to be shown during your presentation, so keep it to not more than 20 slides.</a:t>
            </a:r>
          </a:p>
          <a:p>
            <a:r>
              <a:rPr lang="en-MY" sz="2400" dirty="0" smtClean="0"/>
              <a:t>The Secondary slides contain supplementary information, for example mathematical derivations, detailed schematics,  computer codes, extra results, photos etc. which can be use to substantiate your work if questions are asked during the session.</a:t>
            </a:r>
            <a:endParaRPr lang="en-MY" sz="2400" dirty="0"/>
          </a:p>
        </p:txBody>
      </p:sp>
      <p:sp>
        <p:nvSpPr>
          <p:cNvPr id="6" name="Slide Number Placeholder 5"/>
          <p:cNvSpPr>
            <a:spLocks noGrp="1"/>
          </p:cNvSpPr>
          <p:nvPr>
            <p:ph type="sldNum" sz="quarter" idx="12"/>
          </p:nvPr>
        </p:nvSpPr>
        <p:spPr/>
        <p:txBody>
          <a:bodyPr/>
          <a:lstStyle/>
          <a:p>
            <a:fld id="{4B29D28B-8BA2-47BF-B3FE-FAB675546412}" type="slidenum">
              <a:rPr lang="en-US" smtClean="0"/>
              <a:pPr/>
              <a:t>3</a:t>
            </a:fld>
            <a:endParaRPr lang="en-US"/>
          </a:p>
        </p:txBody>
      </p:sp>
    </p:spTree>
    <p:extLst>
      <p:ext uri="{BB962C8B-B14F-4D97-AF65-F5344CB8AC3E}">
        <p14:creationId xmlns:p14="http://schemas.microsoft.com/office/powerpoint/2010/main" val="40287226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Typical Content of Main Slides</a:t>
            </a:r>
            <a:endParaRPr lang="en-MY" dirty="0"/>
          </a:p>
        </p:txBody>
      </p:sp>
      <p:sp>
        <p:nvSpPr>
          <p:cNvPr id="3" name="Content Placeholder 2"/>
          <p:cNvSpPr>
            <a:spLocks noGrp="1"/>
          </p:cNvSpPr>
          <p:nvPr>
            <p:ph idx="1"/>
          </p:nvPr>
        </p:nvSpPr>
        <p:spPr>
          <a:xfrm>
            <a:off x="304800" y="1295400"/>
            <a:ext cx="8610600" cy="1328008"/>
          </a:xfrm>
        </p:spPr>
        <p:txBody>
          <a:bodyPr/>
          <a:lstStyle/>
          <a:p>
            <a:r>
              <a:rPr lang="en-MY" sz="2400" dirty="0" smtClean="0"/>
              <a:t>Title page.</a:t>
            </a:r>
          </a:p>
          <a:p>
            <a:r>
              <a:rPr lang="en-MY" sz="2400" dirty="0" smtClean="0"/>
              <a:t>Introduction or background to the project.</a:t>
            </a:r>
          </a:p>
          <a:p>
            <a:r>
              <a:rPr lang="en-MY" sz="2400" dirty="0" smtClean="0"/>
              <a:t>Problem statement, why this project, literature survey.</a:t>
            </a:r>
          </a:p>
          <a:p>
            <a:r>
              <a:rPr lang="en-MY" sz="2400" dirty="0" smtClean="0"/>
              <a:t>Your solution.</a:t>
            </a:r>
          </a:p>
          <a:p>
            <a:r>
              <a:rPr lang="en-MY" sz="2400" dirty="0" smtClean="0"/>
              <a:t>Execution details.</a:t>
            </a:r>
          </a:p>
          <a:p>
            <a:r>
              <a:rPr lang="en-MY" sz="2400" dirty="0" smtClean="0"/>
              <a:t>Results.</a:t>
            </a:r>
          </a:p>
          <a:p>
            <a:r>
              <a:rPr lang="en-MY" sz="2400" dirty="0" smtClean="0"/>
              <a:t>Discussions/Further improvements.</a:t>
            </a:r>
          </a:p>
          <a:p>
            <a:r>
              <a:rPr lang="en-MY" sz="2400" dirty="0" smtClean="0"/>
              <a:t>Conclusion.</a:t>
            </a:r>
          </a:p>
          <a:p>
            <a:endParaRPr lang="en-MY" sz="2400" dirty="0"/>
          </a:p>
        </p:txBody>
      </p:sp>
      <p:sp>
        <p:nvSpPr>
          <p:cNvPr id="6" name="Slide Number Placeholder 5"/>
          <p:cNvSpPr>
            <a:spLocks noGrp="1"/>
          </p:cNvSpPr>
          <p:nvPr>
            <p:ph type="sldNum" sz="quarter" idx="12"/>
          </p:nvPr>
        </p:nvSpPr>
        <p:spPr/>
        <p:txBody>
          <a:bodyPr/>
          <a:lstStyle/>
          <a:p>
            <a:fld id="{4B29D28B-8BA2-47BF-B3FE-FAB675546412}" type="slidenum">
              <a:rPr lang="en-US" smtClean="0"/>
              <a:pPr/>
              <a:t>4</a:t>
            </a:fld>
            <a:endParaRPr lang="en-US"/>
          </a:p>
        </p:txBody>
      </p:sp>
      <p:sp>
        <p:nvSpPr>
          <p:cNvPr id="7" name="TextBox 6"/>
          <p:cNvSpPr txBox="1"/>
          <p:nvPr/>
        </p:nvSpPr>
        <p:spPr>
          <a:xfrm>
            <a:off x="4067944" y="4839501"/>
            <a:ext cx="4767844" cy="1631216"/>
          </a:xfrm>
          <a:prstGeom prst="rect">
            <a:avLst/>
          </a:prstGeom>
          <a:solidFill>
            <a:srgbClr val="FFFF00"/>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MY" sz="2000" dirty="0" smtClean="0"/>
              <a:t>Things to take note:</a:t>
            </a:r>
          </a:p>
          <a:p>
            <a:pPr marL="285750" indent="-285750">
              <a:buFont typeface="Arial" panose="020B0604020202020204" pitchFamily="34" charset="0"/>
              <a:buChar char="•"/>
            </a:pPr>
            <a:r>
              <a:rPr lang="en-MY" sz="2000" dirty="0" smtClean="0"/>
              <a:t>Use large fonts.</a:t>
            </a:r>
          </a:p>
          <a:p>
            <a:pPr marL="285750" indent="-285750">
              <a:buFont typeface="Arial" panose="020B0604020202020204" pitchFamily="34" charset="0"/>
              <a:buChar char="•"/>
            </a:pPr>
            <a:r>
              <a:rPr lang="en-MY" sz="2000" dirty="0" smtClean="0"/>
              <a:t>Make sure sufficient contrast between</a:t>
            </a:r>
          </a:p>
          <a:p>
            <a:r>
              <a:rPr lang="en-MY" sz="2000" dirty="0"/>
              <a:t> </a:t>
            </a:r>
            <a:r>
              <a:rPr lang="en-MY" sz="2000" dirty="0" smtClean="0"/>
              <a:t>   the text and background.</a:t>
            </a:r>
          </a:p>
          <a:p>
            <a:pPr marL="285750" indent="-285750">
              <a:buFont typeface="Arial" panose="020B0604020202020204" pitchFamily="34" charset="0"/>
              <a:buChar char="•"/>
            </a:pPr>
            <a:r>
              <a:rPr lang="en-MY" sz="2000" dirty="0" smtClean="0"/>
              <a:t>Keep the text concise.</a:t>
            </a:r>
            <a:endParaRPr lang="en-MY" sz="2000" dirty="0"/>
          </a:p>
        </p:txBody>
      </p:sp>
      <p:sp>
        <p:nvSpPr>
          <p:cNvPr id="8" name="TextBox 7"/>
          <p:cNvSpPr txBox="1"/>
          <p:nvPr/>
        </p:nvSpPr>
        <p:spPr>
          <a:xfrm>
            <a:off x="7179027" y="3108232"/>
            <a:ext cx="1736373" cy="369332"/>
          </a:xfrm>
          <a:prstGeom prst="rect">
            <a:avLst/>
          </a:prstGeom>
          <a:solidFill>
            <a:srgbClr val="FF0000"/>
          </a:solidFill>
        </p:spPr>
        <p:txBody>
          <a:bodyPr wrap="none" rtlCol="0">
            <a:spAutoFit/>
          </a:bodyPr>
          <a:lstStyle/>
          <a:p>
            <a:r>
              <a:rPr lang="en-MY" b="1" dirty="0" smtClean="0">
                <a:solidFill>
                  <a:srgbClr val="FFFFFF"/>
                </a:solidFill>
              </a:rPr>
              <a:t>In 20 minutes!</a:t>
            </a:r>
            <a:endParaRPr lang="en-MY" b="1" dirty="0">
              <a:solidFill>
                <a:srgbClr val="FFFFFF"/>
              </a:solidFill>
            </a:endParaRPr>
          </a:p>
        </p:txBody>
      </p:sp>
      <p:cxnSp>
        <p:nvCxnSpPr>
          <p:cNvPr id="10" name="Straight Connector 9"/>
          <p:cNvCxnSpPr/>
          <p:nvPr/>
        </p:nvCxnSpPr>
        <p:spPr bwMode="auto">
          <a:xfrm>
            <a:off x="6876256" y="1488052"/>
            <a:ext cx="0" cy="3240360"/>
          </a:xfrm>
          <a:prstGeom prst="line">
            <a:avLst/>
          </a:prstGeom>
          <a:noFill/>
          <a:ln w="31750" cap="flat" cmpd="sng" algn="ctr">
            <a:solidFill>
              <a:srgbClr val="FF0000"/>
            </a:solidFill>
            <a:prstDash val="solid"/>
            <a:round/>
            <a:headEnd type="none" w="med" len="med"/>
            <a:tailEnd type="none" w="med" len="med"/>
          </a:ln>
          <a:effectLst/>
        </p:spPr>
      </p:cxnSp>
      <p:cxnSp>
        <p:nvCxnSpPr>
          <p:cNvPr id="11" name="Straight Connector 10"/>
          <p:cNvCxnSpPr>
            <a:stCxn id="8" idx="1"/>
          </p:cNvCxnSpPr>
          <p:nvPr/>
        </p:nvCxnSpPr>
        <p:spPr bwMode="auto">
          <a:xfrm flipH="1">
            <a:off x="6876256" y="3292898"/>
            <a:ext cx="302771" cy="0"/>
          </a:xfrm>
          <a:prstGeom prst="line">
            <a:avLst/>
          </a:prstGeom>
          <a:noFill/>
          <a:ln w="31750" cap="flat" cmpd="sng" algn="ctr">
            <a:solidFill>
              <a:srgbClr val="FF0000"/>
            </a:solidFill>
            <a:prstDash val="solid"/>
            <a:round/>
            <a:headEnd type="none" w="med" len="med"/>
            <a:tailEnd type="none" w="med" len="med"/>
          </a:ln>
          <a:effectLst/>
        </p:spPr>
      </p:cxnSp>
      <p:cxnSp>
        <p:nvCxnSpPr>
          <p:cNvPr id="15" name="Straight Connector 14"/>
          <p:cNvCxnSpPr/>
          <p:nvPr/>
        </p:nvCxnSpPr>
        <p:spPr bwMode="auto">
          <a:xfrm flipH="1">
            <a:off x="2411760" y="1488052"/>
            <a:ext cx="4464497" cy="0"/>
          </a:xfrm>
          <a:prstGeom prst="line">
            <a:avLst/>
          </a:prstGeom>
          <a:noFill/>
          <a:ln w="31750" cap="flat" cmpd="sng" algn="ctr">
            <a:solidFill>
              <a:srgbClr val="FF0000"/>
            </a:solidFill>
            <a:prstDash val="solid"/>
            <a:round/>
            <a:headEnd type="none" w="med" len="med"/>
            <a:tailEnd type="none" w="med" len="med"/>
          </a:ln>
          <a:effectLst/>
        </p:spPr>
      </p:cxnSp>
      <p:cxnSp>
        <p:nvCxnSpPr>
          <p:cNvPr id="16" name="Straight Connector 15"/>
          <p:cNvCxnSpPr/>
          <p:nvPr/>
        </p:nvCxnSpPr>
        <p:spPr bwMode="auto">
          <a:xfrm flipH="1">
            <a:off x="2590800" y="4728412"/>
            <a:ext cx="4285456" cy="0"/>
          </a:xfrm>
          <a:prstGeom prst="line">
            <a:avLst/>
          </a:prstGeom>
          <a:noFill/>
          <a:ln w="317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9455658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For Those Project With Hardware/Software Demonstration</a:t>
            </a:r>
            <a:endParaRPr lang="en-MY" dirty="0"/>
          </a:p>
        </p:txBody>
      </p:sp>
      <p:sp>
        <p:nvSpPr>
          <p:cNvPr id="3" name="Content Placeholder 2"/>
          <p:cNvSpPr>
            <a:spLocks noGrp="1"/>
          </p:cNvSpPr>
          <p:nvPr>
            <p:ph idx="1"/>
          </p:nvPr>
        </p:nvSpPr>
        <p:spPr>
          <a:xfrm>
            <a:off x="304800" y="1295400"/>
            <a:ext cx="8610600" cy="1413520"/>
          </a:xfrm>
        </p:spPr>
        <p:txBody>
          <a:bodyPr/>
          <a:lstStyle/>
          <a:p>
            <a:r>
              <a:rPr lang="en-MY" sz="2400" dirty="0" smtClean="0"/>
              <a:t>Take note </a:t>
            </a:r>
            <a:r>
              <a:rPr lang="en-MY" sz="2400" dirty="0"/>
              <a:t>of Murphy’s Law - </a:t>
            </a:r>
            <a:r>
              <a:rPr lang="en-MY" sz="2400" dirty="0">
                <a:solidFill>
                  <a:srgbClr val="FF0000"/>
                </a:solidFill>
              </a:rPr>
              <a:t>Anything that can go wrong, will go wrong</a:t>
            </a:r>
            <a:r>
              <a:rPr lang="en-MY" sz="2400" dirty="0" smtClean="0"/>
              <a:t>.</a:t>
            </a:r>
          </a:p>
          <a:p>
            <a:r>
              <a:rPr lang="en-MY" sz="2400" dirty="0" smtClean="0"/>
              <a:t>It is important that your final project showcase works during the presentation.  </a:t>
            </a:r>
          </a:p>
          <a:p>
            <a:r>
              <a:rPr lang="en-MY" sz="2400" dirty="0" smtClean="0"/>
              <a:t>So be fully prepared, always have back-up, for instant a main hardware on PCB version, and another prototype on project board.  If the main hardware fails to function during the demonstration, at least can still showcase the </a:t>
            </a:r>
            <a:r>
              <a:rPr lang="en-MY" sz="2400" smtClean="0"/>
              <a:t>prototype.</a:t>
            </a:r>
          </a:p>
          <a:p>
            <a:endParaRPr lang="en-MY" sz="2400" dirty="0"/>
          </a:p>
        </p:txBody>
      </p:sp>
      <p:sp>
        <p:nvSpPr>
          <p:cNvPr id="6" name="Slide Number Placeholder 5"/>
          <p:cNvSpPr>
            <a:spLocks noGrp="1"/>
          </p:cNvSpPr>
          <p:nvPr>
            <p:ph type="sldNum" sz="quarter" idx="12"/>
          </p:nvPr>
        </p:nvSpPr>
        <p:spPr/>
        <p:txBody>
          <a:bodyPr/>
          <a:lstStyle/>
          <a:p>
            <a:fld id="{4B29D28B-8BA2-47BF-B3FE-FAB675546412}" type="slidenum">
              <a:rPr lang="en-US" smtClean="0"/>
              <a:pPr/>
              <a:t>5</a:t>
            </a:fld>
            <a:endParaRPr lang="en-US"/>
          </a:p>
        </p:txBody>
      </p:sp>
    </p:spTree>
    <p:extLst>
      <p:ext uri="{BB962C8B-B14F-4D97-AF65-F5344CB8AC3E}">
        <p14:creationId xmlns:p14="http://schemas.microsoft.com/office/powerpoint/2010/main" val="193513747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noFill/>
        <a:ln w="19050" cap="flat" cmpd="sng" algn="ctr">
          <a:solidFill>
            <a:schemeClr val="tx1"/>
          </a:solidFill>
          <a:prstDash val="solid"/>
          <a:round/>
          <a:headEnd type="none" w="med" len="med"/>
          <a:tailEnd type="none" w="med" len="med"/>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9126</TotalTime>
  <Words>308</Words>
  <Application>Microsoft Office PowerPoint</Application>
  <PresentationFormat>On-screen Show (4:3)</PresentationFormat>
  <Paragraphs>38</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Symbol</vt:lpstr>
      <vt:lpstr>Times New Roman</vt:lpstr>
      <vt:lpstr>Default Design</vt:lpstr>
      <vt:lpstr>Guide to Preparing for FYP Presentation</vt:lpstr>
      <vt:lpstr>Timing Consideration</vt:lpstr>
      <vt:lpstr>Presentation Slides</vt:lpstr>
      <vt:lpstr>Typical Content of Main Slides</vt:lpstr>
      <vt:lpstr>For Those Project With Hardware/Software Demonstration</vt:lpstr>
    </vt:vector>
  </TitlesOfParts>
  <Company>Multimedia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Outdoor Mobile Robotic Assistants</dc:title>
  <dc:creator>Lo Yew Chiong;Fabian Kung</dc:creator>
  <cp:lastModifiedBy>Sin Liang Lim</cp:lastModifiedBy>
  <cp:revision>2203</cp:revision>
  <cp:lastPrinted>2012-06-07T07:18:38Z</cp:lastPrinted>
  <dcterms:created xsi:type="dcterms:W3CDTF">2001-12-10T07:11:52Z</dcterms:created>
  <dcterms:modified xsi:type="dcterms:W3CDTF">2021-10-08T03:47:21Z</dcterms:modified>
</cp:coreProperties>
</file>